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93"/>
  </p:notesMasterIdLst>
  <p:sldIdLst>
    <p:sldId id="282" r:id="rId2"/>
    <p:sldId id="285" r:id="rId3"/>
    <p:sldId id="294" r:id="rId4"/>
    <p:sldId id="287" r:id="rId5"/>
    <p:sldId id="288" r:id="rId6"/>
    <p:sldId id="299" r:id="rId7"/>
    <p:sldId id="298" r:id="rId8"/>
    <p:sldId id="289" r:id="rId9"/>
    <p:sldId id="371" r:id="rId10"/>
    <p:sldId id="372" r:id="rId11"/>
    <p:sldId id="373" r:id="rId12"/>
    <p:sldId id="300" r:id="rId13"/>
    <p:sldId id="301" r:id="rId14"/>
    <p:sldId id="302" r:id="rId15"/>
    <p:sldId id="303" r:id="rId16"/>
    <p:sldId id="304" r:id="rId17"/>
    <p:sldId id="308" r:id="rId18"/>
    <p:sldId id="305" r:id="rId19"/>
    <p:sldId id="374" r:id="rId20"/>
    <p:sldId id="311" r:id="rId21"/>
    <p:sldId id="312" r:id="rId22"/>
    <p:sldId id="313" r:id="rId23"/>
    <p:sldId id="318" r:id="rId24"/>
    <p:sldId id="306" r:id="rId25"/>
    <p:sldId id="316" r:id="rId26"/>
    <p:sldId id="307" r:id="rId27"/>
    <p:sldId id="309" r:id="rId28"/>
    <p:sldId id="310" r:id="rId29"/>
    <p:sldId id="315" r:id="rId30"/>
    <p:sldId id="314" r:id="rId31"/>
    <p:sldId id="291" r:id="rId32"/>
    <p:sldId id="319" r:id="rId33"/>
    <p:sldId id="342" r:id="rId34"/>
    <p:sldId id="343" r:id="rId35"/>
    <p:sldId id="344" r:id="rId36"/>
    <p:sldId id="345" r:id="rId37"/>
    <p:sldId id="346" r:id="rId38"/>
    <p:sldId id="347" r:id="rId39"/>
    <p:sldId id="348"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292" r:id="rId53"/>
    <p:sldId id="290" r:id="rId54"/>
    <p:sldId id="320" r:id="rId55"/>
    <p:sldId id="321"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 id="334" r:id="rId69"/>
    <p:sldId id="336" r:id="rId70"/>
    <p:sldId id="335" r:id="rId71"/>
    <p:sldId id="337" r:id="rId72"/>
    <p:sldId id="338" r:id="rId73"/>
    <p:sldId id="339" r:id="rId74"/>
    <p:sldId id="340" r:id="rId75"/>
    <p:sldId id="341" r:id="rId76"/>
    <p:sldId id="361" r:id="rId77"/>
    <p:sldId id="362" r:id="rId78"/>
    <p:sldId id="363" r:id="rId79"/>
    <p:sldId id="364" r:id="rId80"/>
    <p:sldId id="365" r:id="rId81"/>
    <p:sldId id="366" r:id="rId82"/>
    <p:sldId id="367" r:id="rId83"/>
    <p:sldId id="368" r:id="rId84"/>
    <p:sldId id="369" r:id="rId85"/>
    <p:sldId id="370" r:id="rId86"/>
    <p:sldId id="293" r:id="rId87"/>
    <p:sldId id="296" r:id="rId88"/>
    <p:sldId id="295" r:id="rId89"/>
    <p:sldId id="297" r:id="rId90"/>
    <p:sldId id="263" r:id="rId91"/>
    <p:sldId id="286"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66"/>
    <p:restoredTop sz="79866" autoAdjust="0"/>
  </p:normalViewPr>
  <p:slideViewPr>
    <p:cSldViewPr snapToGrid="0" snapToObjects="1">
      <p:cViewPr varScale="1">
        <p:scale>
          <a:sx n="74" d="100"/>
          <a:sy n="74" d="100"/>
        </p:scale>
        <p:origin x="1027" y="72"/>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7/23/2024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EC4CF9-69BC-034A-86DA-E1DADC6FAF10}" type="slidenum">
              <a:rPr lang="en-US" smtClean="0"/>
              <a:t>1</a:t>
            </a:fld>
            <a:endParaRPr lang="en-US"/>
          </a:p>
        </p:txBody>
      </p:sp>
    </p:spTree>
    <p:extLst>
      <p:ext uri="{BB962C8B-B14F-4D97-AF65-F5344CB8AC3E}">
        <p14:creationId xmlns:p14="http://schemas.microsoft.com/office/powerpoint/2010/main" val="2790603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a:t>
            </a:fld>
            <a:endParaRPr lang="en-US"/>
          </a:p>
        </p:txBody>
      </p:sp>
    </p:spTree>
    <p:extLst>
      <p:ext uri="{BB962C8B-B14F-4D97-AF65-F5344CB8AC3E}">
        <p14:creationId xmlns:p14="http://schemas.microsoft.com/office/powerpoint/2010/main" val="2715907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a:t>
            </a:fld>
            <a:endParaRPr lang="en-US"/>
          </a:p>
        </p:txBody>
      </p:sp>
    </p:spTree>
    <p:extLst>
      <p:ext uri="{BB962C8B-B14F-4D97-AF65-F5344CB8AC3E}">
        <p14:creationId xmlns:p14="http://schemas.microsoft.com/office/powerpoint/2010/main" val="1359032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a:t>
            </a:fld>
            <a:endParaRPr lang="en-US"/>
          </a:p>
        </p:txBody>
      </p:sp>
    </p:spTree>
    <p:extLst>
      <p:ext uri="{BB962C8B-B14F-4D97-AF65-F5344CB8AC3E}">
        <p14:creationId xmlns:p14="http://schemas.microsoft.com/office/powerpoint/2010/main" val="3692193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a:t>
            </a:fld>
            <a:endParaRPr lang="en-US"/>
          </a:p>
        </p:txBody>
      </p:sp>
    </p:spTree>
    <p:extLst>
      <p:ext uri="{BB962C8B-B14F-4D97-AF65-F5344CB8AC3E}">
        <p14:creationId xmlns:p14="http://schemas.microsoft.com/office/powerpoint/2010/main" val="3265827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EC4CF9-69BC-034A-86DA-E1DADC6FAF10}" type="slidenum">
              <a:rPr lang="en-US" smtClean="0"/>
              <a:t>6</a:t>
            </a:fld>
            <a:endParaRPr lang="en-US"/>
          </a:p>
        </p:txBody>
      </p:sp>
    </p:spTree>
    <p:extLst>
      <p:ext uri="{BB962C8B-B14F-4D97-AF65-F5344CB8AC3E}">
        <p14:creationId xmlns:p14="http://schemas.microsoft.com/office/powerpoint/2010/main" val="708054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a:t>
            </a:fld>
            <a:endParaRPr lang="en-US"/>
          </a:p>
        </p:txBody>
      </p:sp>
    </p:spTree>
    <p:extLst>
      <p:ext uri="{BB962C8B-B14F-4D97-AF65-F5344CB8AC3E}">
        <p14:creationId xmlns:p14="http://schemas.microsoft.com/office/powerpoint/2010/main" val="4101346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a:t>
            </a:fld>
            <a:endParaRPr lang="en-US"/>
          </a:p>
        </p:txBody>
      </p:sp>
    </p:spTree>
    <p:extLst>
      <p:ext uri="{BB962C8B-B14F-4D97-AF65-F5344CB8AC3E}">
        <p14:creationId xmlns:p14="http://schemas.microsoft.com/office/powerpoint/2010/main" val="540700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9</a:t>
            </a:fld>
            <a:endParaRPr lang="en-US"/>
          </a:p>
        </p:txBody>
      </p:sp>
    </p:spTree>
    <p:extLst>
      <p:ext uri="{BB962C8B-B14F-4D97-AF65-F5344CB8AC3E}">
        <p14:creationId xmlns:p14="http://schemas.microsoft.com/office/powerpoint/2010/main" val="118593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10</a:t>
            </a:fld>
            <a:endParaRPr lang="en-US"/>
          </a:p>
        </p:txBody>
      </p:sp>
    </p:spTree>
    <p:extLst>
      <p:ext uri="{BB962C8B-B14F-4D97-AF65-F5344CB8AC3E}">
        <p14:creationId xmlns:p14="http://schemas.microsoft.com/office/powerpoint/2010/main" val="1741553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11</a:t>
            </a:fld>
            <a:endParaRPr lang="en-US"/>
          </a:p>
        </p:txBody>
      </p:sp>
    </p:spTree>
    <p:extLst>
      <p:ext uri="{BB962C8B-B14F-4D97-AF65-F5344CB8AC3E}">
        <p14:creationId xmlns:p14="http://schemas.microsoft.com/office/powerpoint/2010/main" val="2692950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12</a:t>
            </a:fld>
            <a:endParaRPr lang="en-US"/>
          </a:p>
        </p:txBody>
      </p:sp>
    </p:spTree>
    <p:extLst>
      <p:ext uri="{BB962C8B-B14F-4D97-AF65-F5344CB8AC3E}">
        <p14:creationId xmlns:p14="http://schemas.microsoft.com/office/powerpoint/2010/main" val="3415421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13</a:t>
            </a:fld>
            <a:endParaRPr lang="en-US"/>
          </a:p>
        </p:txBody>
      </p:sp>
    </p:spTree>
    <p:extLst>
      <p:ext uri="{BB962C8B-B14F-4D97-AF65-F5344CB8AC3E}">
        <p14:creationId xmlns:p14="http://schemas.microsoft.com/office/powerpoint/2010/main" val="709159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14</a:t>
            </a:fld>
            <a:endParaRPr lang="en-US"/>
          </a:p>
        </p:txBody>
      </p:sp>
    </p:spTree>
    <p:extLst>
      <p:ext uri="{BB962C8B-B14F-4D97-AF65-F5344CB8AC3E}">
        <p14:creationId xmlns:p14="http://schemas.microsoft.com/office/powerpoint/2010/main" val="3577023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15</a:t>
            </a:fld>
            <a:endParaRPr lang="en-US"/>
          </a:p>
        </p:txBody>
      </p:sp>
    </p:spTree>
    <p:extLst>
      <p:ext uri="{BB962C8B-B14F-4D97-AF65-F5344CB8AC3E}">
        <p14:creationId xmlns:p14="http://schemas.microsoft.com/office/powerpoint/2010/main" val="1559341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16</a:t>
            </a:fld>
            <a:endParaRPr lang="en-US"/>
          </a:p>
        </p:txBody>
      </p:sp>
    </p:spTree>
    <p:extLst>
      <p:ext uri="{BB962C8B-B14F-4D97-AF65-F5344CB8AC3E}">
        <p14:creationId xmlns:p14="http://schemas.microsoft.com/office/powerpoint/2010/main" val="1747591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17</a:t>
            </a:fld>
            <a:endParaRPr lang="en-US"/>
          </a:p>
        </p:txBody>
      </p:sp>
    </p:spTree>
    <p:extLst>
      <p:ext uri="{BB962C8B-B14F-4D97-AF65-F5344CB8AC3E}">
        <p14:creationId xmlns:p14="http://schemas.microsoft.com/office/powerpoint/2010/main" val="3372714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18</a:t>
            </a:fld>
            <a:endParaRPr lang="en-US"/>
          </a:p>
        </p:txBody>
      </p:sp>
    </p:spTree>
    <p:extLst>
      <p:ext uri="{BB962C8B-B14F-4D97-AF65-F5344CB8AC3E}">
        <p14:creationId xmlns:p14="http://schemas.microsoft.com/office/powerpoint/2010/main" val="311966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19</a:t>
            </a:fld>
            <a:endParaRPr lang="en-US"/>
          </a:p>
        </p:txBody>
      </p:sp>
    </p:spTree>
    <p:extLst>
      <p:ext uri="{BB962C8B-B14F-4D97-AF65-F5344CB8AC3E}">
        <p14:creationId xmlns:p14="http://schemas.microsoft.com/office/powerpoint/2010/main" val="809855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20</a:t>
            </a:fld>
            <a:endParaRPr lang="en-US"/>
          </a:p>
        </p:txBody>
      </p:sp>
    </p:spTree>
    <p:extLst>
      <p:ext uri="{BB962C8B-B14F-4D97-AF65-F5344CB8AC3E}">
        <p14:creationId xmlns:p14="http://schemas.microsoft.com/office/powerpoint/2010/main" val="77239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21</a:t>
            </a:fld>
            <a:endParaRPr lang="en-US"/>
          </a:p>
        </p:txBody>
      </p:sp>
    </p:spTree>
    <p:extLst>
      <p:ext uri="{BB962C8B-B14F-4D97-AF65-F5344CB8AC3E}">
        <p14:creationId xmlns:p14="http://schemas.microsoft.com/office/powerpoint/2010/main" val="1723396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22</a:t>
            </a:fld>
            <a:endParaRPr lang="en-US"/>
          </a:p>
        </p:txBody>
      </p:sp>
    </p:spTree>
    <p:extLst>
      <p:ext uri="{BB962C8B-B14F-4D97-AF65-F5344CB8AC3E}">
        <p14:creationId xmlns:p14="http://schemas.microsoft.com/office/powerpoint/2010/main" val="304762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23</a:t>
            </a:fld>
            <a:endParaRPr lang="en-US"/>
          </a:p>
        </p:txBody>
      </p:sp>
    </p:spTree>
    <p:extLst>
      <p:ext uri="{BB962C8B-B14F-4D97-AF65-F5344CB8AC3E}">
        <p14:creationId xmlns:p14="http://schemas.microsoft.com/office/powerpoint/2010/main" val="1591150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24</a:t>
            </a:fld>
            <a:endParaRPr lang="en-US"/>
          </a:p>
        </p:txBody>
      </p:sp>
    </p:spTree>
    <p:extLst>
      <p:ext uri="{BB962C8B-B14F-4D97-AF65-F5344CB8AC3E}">
        <p14:creationId xmlns:p14="http://schemas.microsoft.com/office/powerpoint/2010/main" val="2028211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25</a:t>
            </a:fld>
            <a:endParaRPr lang="en-US"/>
          </a:p>
        </p:txBody>
      </p:sp>
    </p:spTree>
    <p:extLst>
      <p:ext uri="{BB962C8B-B14F-4D97-AF65-F5344CB8AC3E}">
        <p14:creationId xmlns:p14="http://schemas.microsoft.com/office/powerpoint/2010/main" val="7249787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EC4CF9-69BC-034A-86DA-E1DADC6FAF10}" type="slidenum">
              <a:rPr lang="en-US" smtClean="0"/>
              <a:t>26</a:t>
            </a:fld>
            <a:endParaRPr lang="en-US"/>
          </a:p>
        </p:txBody>
      </p:sp>
    </p:spTree>
    <p:extLst>
      <p:ext uri="{BB962C8B-B14F-4D97-AF65-F5344CB8AC3E}">
        <p14:creationId xmlns:p14="http://schemas.microsoft.com/office/powerpoint/2010/main" val="2847523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EC4CF9-69BC-034A-86DA-E1DADC6FAF10}" type="slidenum">
              <a:rPr lang="en-US" smtClean="0"/>
              <a:t>27</a:t>
            </a:fld>
            <a:endParaRPr lang="en-US"/>
          </a:p>
        </p:txBody>
      </p:sp>
    </p:spTree>
    <p:extLst>
      <p:ext uri="{BB962C8B-B14F-4D97-AF65-F5344CB8AC3E}">
        <p14:creationId xmlns:p14="http://schemas.microsoft.com/office/powerpoint/2010/main" val="1077835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28</a:t>
            </a:fld>
            <a:endParaRPr lang="en-US"/>
          </a:p>
        </p:txBody>
      </p:sp>
    </p:spTree>
    <p:extLst>
      <p:ext uri="{BB962C8B-B14F-4D97-AF65-F5344CB8AC3E}">
        <p14:creationId xmlns:p14="http://schemas.microsoft.com/office/powerpoint/2010/main" val="17836906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29</a:t>
            </a:fld>
            <a:endParaRPr lang="en-US"/>
          </a:p>
        </p:txBody>
      </p:sp>
    </p:spTree>
    <p:extLst>
      <p:ext uri="{BB962C8B-B14F-4D97-AF65-F5344CB8AC3E}">
        <p14:creationId xmlns:p14="http://schemas.microsoft.com/office/powerpoint/2010/main" val="20169245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30</a:t>
            </a:fld>
            <a:endParaRPr lang="en-US"/>
          </a:p>
        </p:txBody>
      </p:sp>
    </p:spTree>
    <p:extLst>
      <p:ext uri="{BB962C8B-B14F-4D97-AF65-F5344CB8AC3E}">
        <p14:creationId xmlns:p14="http://schemas.microsoft.com/office/powerpoint/2010/main" val="24036052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31</a:t>
            </a:fld>
            <a:endParaRPr lang="en-US"/>
          </a:p>
        </p:txBody>
      </p:sp>
    </p:spTree>
    <p:extLst>
      <p:ext uri="{BB962C8B-B14F-4D97-AF65-F5344CB8AC3E}">
        <p14:creationId xmlns:p14="http://schemas.microsoft.com/office/powerpoint/2010/main" val="8386587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32</a:t>
            </a:fld>
            <a:endParaRPr lang="en-US"/>
          </a:p>
        </p:txBody>
      </p:sp>
    </p:spTree>
    <p:extLst>
      <p:ext uri="{BB962C8B-B14F-4D97-AF65-F5344CB8AC3E}">
        <p14:creationId xmlns:p14="http://schemas.microsoft.com/office/powerpoint/2010/main" val="21598784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33</a:t>
            </a:fld>
            <a:endParaRPr lang="en-US"/>
          </a:p>
        </p:txBody>
      </p:sp>
    </p:spTree>
    <p:extLst>
      <p:ext uri="{BB962C8B-B14F-4D97-AF65-F5344CB8AC3E}">
        <p14:creationId xmlns:p14="http://schemas.microsoft.com/office/powerpoint/2010/main" val="3606171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34</a:t>
            </a:fld>
            <a:endParaRPr lang="en-US"/>
          </a:p>
        </p:txBody>
      </p:sp>
    </p:spTree>
    <p:extLst>
      <p:ext uri="{BB962C8B-B14F-4D97-AF65-F5344CB8AC3E}">
        <p14:creationId xmlns:p14="http://schemas.microsoft.com/office/powerpoint/2010/main" val="3949052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35</a:t>
            </a:fld>
            <a:endParaRPr lang="en-US"/>
          </a:p>
        </p:txBody>
      </p:sp>
    </p:spTree>
    <p:extLst>
      <p:ext uri="{BB962C8B-B14F-4D97-AF65-F5344CB8AC3E}">
        <p14:creationId xmlns:p14="http://schemas.microsoft.com/office/powerpoint/2010/main" val="39028905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36</a:t>
            </a:fld>
            <a:endParaRPr lang="en-US"/>
          </a:p>
        </p:txBody>
      </p:sp>
    </p:spTree>
    <p:extLst>
      <p:ext uri="{BB962C8B-B14F-4D97-AF65-F5344CB8AC3E}">
        <p14:creationId xmlns:p14="http://schemas.microsoft.com/office/powerpoint/2010/main" val="24815691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37</a:t>
            </a:fld>
            <a:endParaRPr lang="en-US"/>
          </a:p>
        </p:txBody>
      </p:sp>
    </p:spTree>
    <p:extLst>
      <p:ext uri="{BB962C8B-B14F-4D97-AF65-F5344CB8AC3E}">
        <p14:creationId xmlns:p14="http://schemas.microsoft.com/office/powerpoint/2010/main" val="12169320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38</a:t>
            </a:fld>
            <a:endParaRPr lang="en-US"/>
          </a:p>
        </p:txBody>
      </p:sp>
    </p:spTree>
    <p:extLst>
      <p:ext uri="{BB962C8B-B14F-4D97-AF65-F5344CB8AC3E}">
        <p14:creationId xmlns:p14="http://schemas.microsoft.com/office/powerpoint/2010/main" val="5402986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39</a:t>
            </a:fld>
            <a:endParaRPr lang="en-US"/>
          </a:p>
        </p:txBody>
      </p:sp>
    </p:spTree>
    <p:extLst>
      <p:ext uri="{BB962C8B-B14F-4D97-AF65-F5344CB8AC3E}">
        <p14:creationId xmlns:p14="http://schemas.microsoft.com/office/powerpoint/2010/main" val="4102260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40</a:t>
            </a:fld>
            <a:endParaRPr lang="en-US"/>
          </a:p>
        </p:txBody>
      </p:sp>
    </p:spTree>
    <p:extLst>
      <p:ext uri="{BB962C8B-B14F-4D97-AF65-F5344CB8AC3E}">
        <p14:creationId xmlns:p14="http://schemas.microsoft.com/office/powerpoint/2010/main" val="34410335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41</a:t>
            </a:fld>
            <a:endParaRPr lang="en-US"/>
          </a:p>
        </p:txBody>
      </p:sp>
    </p:spTree>
    <p:extLst>
      <p:ext uri="{BB962C8B-B14F-4D97-AF65-F5344CB8AC3E}">
        <p14:creationId xmlns:p14="http://schemas.microsoft.com/office/powerpoint/2010/main" val="696799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42</a:t>
            </a:fld>
            <a:endParaRPr lang="en-US"/>
          </a:p>
        </p:txBody>
      </p:sp>
    </p:spTree>
    <p:extLst>
      <p:ext uri="{BB962C8B-B14F-4D97-AF65-F5344CB8AC3E}">
        <p14:creationId xmlns:p14="http://schemas.microsoft.com/office/powerpoint/2010/main" val="20474026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43</a:t>
            </a:fld>
            <a:endParaRPr lang="en-US"/>
          </a:p>
        </p:txBody>
      </p:sp>
    </p:spTree>
    <p:extLst>
      <p:ext uri="{BB962C8B-B14F-4D97-AF65-F5344CB8AC3E}">
        <p14:creationId xmlns:p14="http://schemas.microsoft.com/office/powerpoint/2010/main" val="10308245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44</a:t>
            </a:fld>
            <a:endParaRPr lang="en-US"/>
          </a:p>
        </p:txBody>
      </p:sp>
    </p:spTree>
    <p:extLst>
      <p:ext uri="{BB962C8B-B14F-4D97-AF65-F5344CB8AC3E}">
        <p14:creationId xmlns:p14="http://schemas.microsoft.com/office/powerpoint/2010/main" val="12400667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45</a:t>
            </a:fld>
            <a:endParaRPr lang="en-US"/>
          </a:p>
        </p:txBody>
      </p:sp>
    </p:spTree>
    <p:extLst>
      <p:ext uri="{BB962C8B-B14F-4D97-AF65-F5344CB8AC3E}">
        <p14:creationId xmlns:p14="http://schemas.microsoft.com/office/powerpoint/2010/main" val="24210990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46</a:t>
            </a:fld>
            <a:endParaRPr lang="en-US"/>
          </a:p>
        </p:txBody>
      </p:sp>
    </p:spTree>
    <p:extLst>
      <p:ext uri="{BB962C8B-B14F-4D97-AF65-F5344CB8AC3E}">
        <p14:creationId xmlns:p14="http://schemas.microsoft.com/office/powerpoint/2010/main" val="23576842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47</a:t>
            </a:fld>
            <a:endParaRPr lang="en-US"/>
          </a:p>
        </p:txBody>
      </p:sp>
    </p:spTree>
    <p:extLst>
      <p:ext uri="{BB962C8B-B14F-4D97-AF65-F5344CB8AC3E}">
        <p14:creationId xmlns:p14="http://schemas.microsoft.com/office/powerpoint/2010/main" val="1628212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48</a:t>
            </a:fld>
            <a:endParaRPr lang="en-US"/>
          </a:p>
        </p:txBody>
      </p:sp>
    </p:spTree>
    <p:extLst>
      <p:ext uri="{BB962C8B-B14F-4D97-AF65-F5344CB8AC3E}">
        <p14:creationId xmlns:p14="http://schemas.microsoft.com/office/powerpoint/2010/main" val="12000630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49</a:t>
            </a:fld>
            <a:endParaRPr lang="en-US"/>
          </a:p>
        </p:txBody>
      </p:sp>
    </p:spTree>
    <p:extLst>
      <p:ext uri="{BB962C8B-B14F-4D97-AF65-F5344CB8AC3E}">
        <p14:creationId xmlns:p14="http://schemas.microsoft.com/office/powerpoint/2010/main" val="36692032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50</a:t>
            </a:fld>
            <a:endParaRPr lang="en-US"/>
          </a:p>
        </p:txBody>
      </p:sp>
    </p:spTree>
    <p:extLst>
      <p:ext uri="{BB962C8B-B14F-4D97-AF65-F5344CB8AC3E}">
        <p14:creationId xmlns:p14="http://schemas.microsoft.com/office/powerpoint/2010/main" val="33236158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51</a:t>
            </a:fld>
            <a:endParaRPr lang="en-US"/>
          </a:p>
        </p:txBody>
      </p:sp>
    </p:spTree>
    <p:extLst>
      <p:ext uri="{BB962C8B-B14F-4D97-AF65-F5344CB8AC3E}">
        <p14:creationId xmlns:p14="http://schemas.microsoft.com/office/powerpoint/2010/main" val="18939758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52</a:t>
            </a:fld>
            <a:endParaRPr lang="en-US"/>
          </a:p>
        </p:txBody>
      </p:sp>
    </p:spTree>
    <p:extLst>
      <p:ext uri="{BB962C8B-B14F-4D97-AF65-F5344CB8AC3E}">
        <p14:creationId xmlns:p14="http://schemas.microsoft.com/office/powerpoint/2010/main" val="1761166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53</a:t>
            </a:fld>
            <a:endParaRPr lang="en-US"/>
          </a:p>
        </p:txBody>
      </p:sp>
    </p:spTree>
    <p:extLst>
      <p:ext uri="{BB962C8B-B14F-4D97-AF65-F5344CB8AC3E}">
        <p14:creationId xmlns:p14="http://schemas.microsoft.com/office/powerpoint/2010/main" val="30108434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54</a:t>
            </a:fld>
            <a:endParaRPr lang="en-US"/>
          </a:p>
        </p:txBody>
      </p:sp>
    </p:spTree>
    <p:extLst>
      <p:ext uri="{BB962C8B-B14F-4D97-AF65-F5344CB8AC3E}">
        <p14:creationId xmlns:p14="http://schemas.microsoft.com/office/powerpoint/2010/main" val="25828118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55</a:t>
            </a:fld>
            <a:endParaRPr lang="en-US"/>
          </a:p>
        </p:txBody>
      </p:sp>
    </p:spTree>
    <p:extLst>
      <p:ext uri="{BB962C8B-B14F-4D97-AF65-F5344CB8AC3E}">
        <p14:creationId xmlns:p14="http://schemas.microsoft.com/office/powerpoint/2010/main" val="27206031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56</a:t>
            </a:fld>
            <a:endParaRPr lang="en-US"/>
          </a:p>
        </p:txBody>
      </p:sp>
    </p:spTree>
    <p:extLst>
      <p:ext uri="{BB962C8B-B14F-4D97-AF65-F5344CB8AC3E}">
        <p14:creationId xmlns:p14="http://schemas.microsoft.com/office/powerpoint/2010/main" val="2973875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57</a:t>
            </a:fld>
            <a:endParaRPr lang="en-US"/>
          </a:p>
        </p:txBody>
      </p:sp>
    </p:spTree>
    <p:extLst>
      <p:ext uri="{BB962C8B-B14F-4D97-AF65-F5344CB8AC3E}">
        <p14:creationId xmlns:p14="http://schemas.microsoft.com/office/powerpoint/2010/main" val="11188919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58</a:t>
            </a:fld>
            <a:endParaRPr lang="en-US"/>
          </a:p>
        </p:txBody>
      </p:sp>
    </p:spTree>
    <p:extLst>
      <p:ext uri="{BB962C8B-B14F-4D97-AF65-F5344CB8AC3E}">
        <p14:creationId xmlns:p14="http://schemas.microsoft.com/office/powerpoint/2010/main" val="26280195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59</a:t>
            </a:fld>
            <a:endParaRPr lang="en-US"/>
          </a:p>
        </p:txBody>
      </p:sp>
    </p:spTree>
    <p:extLst>
      <p:ext uri="{BB962C8B-B14F-4D97-AF65-F5344CB8AC3E}">
        <p14:creationId xmlns:p14="http://schemas.microsoft.com/office/powerpoint/2010/main" val="25386148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60</a:t>
            </a:fld>
            <a:endParaRPr lang="en-US"/>
          </a:p>
        </p:txBody>
      </p:sp>
    </p:spTree>
    <p:extLst>
      <p:ext uri="{BB962C8B-B14F-4D97-AF65-F5344CB8AC3E}">
        <p14:creationId xmlns:p14="http://schemas.microsoft.com/office/powerpoint/2010/main" val="36727519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61</a:t>
            </a:fld>
            <a:endParaRPr lang="en-US"/>
          </a:p>
        </p:txBody>
      </p:sp>
    </p:spTree>
    <p:extLst>
      <p:ext uri="{BB962C8B-B14F-4D97-AF65-F5344CB8AC3E}">
        <p14:creationId xmlns:p14="http://schemas.microsoft.com/office/powerpoint/2010/main" val="32523952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62</a:t>
            </a:fld>
            <a:endParaRPr lang="en-US"/>
          </a:p>
        </p:txBody>
      </p:sp>
    </p:spTree>
    <p:extLst>
      <p:ext uri="{BB962C8B-B14F-4D97-AF65-F5344CB8AC3E}">
        <p14:creationId xmlns:p14="http://schemas.microsoft.com/office/powerpoint/2010/main" val="32723125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63</a:t>
            </a:fld>
            <a:endParaRPr lang="en-US"/>
          </a:p>
        </p:txBody>
      </p:sp>
    </p:spTree>
    <p:extLst>
      <p:ext uri="{BB962C8B-B14F-4D97-AF65-F5344CB8AC3E}">
        <p14:creationId xmlns:p14="http://schemas.microsoft.com/office/powerpoint/2010/main" val="17801423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64</a:t>
            </a:fld>
            <a:endParaRPr lang="en-US"/>
          </a:p>
        </p:txBody>
      </p:sp>
    </p:spTree>
    <p:extLst>
      <p:ext uri="{BB962C8B-B14F-4D97-AF65-F5344CB8AC3E}">
        <p14:creationId xmlns:p14="http://schemas.microsoft.com/office/powerpoint/2010/main" val="12807717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65</a:t>
            </a:fld>
            <a:endParaRPr lang="en-US"/>
          </a:p>
        </p:txBody>
      </p:sp>
    </p:spTree>
    <p:extLst>
      <p:ext uri="{BB962C8B-B14F-4D97-AF65-F5344CB8AC3E}">
        <p14:creationId xmlns:p14="http://schemas.microsoft.com/office/powerpoint/2010/main" val="425750190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66</a:t>
            </a:fld>
            <a:endParaRPr lang="en-US"/>
          </a:p>
        </p:txBody>
      </p:sp>
    </p:spTree>
    <p:extLst>
      <p:ext uri="{BB962C8B-B14F-4D97-AF65-F5344CB8AC3E}">
        <p14:creationId xmlns:p14="http://schemas.microsoft.com/office/powerpoint/2010/main" val="149682338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67</a:t>
            </a:fld>
            <a:endParaRPr lang="en-US"/>
          </a:p>
        </p:txBody>
      </p:sp>
    </p:spTree>
    <p:extLst>
      <p:ext uri="{BB962C8B-B14F-4D97-AF65-F5344CB8AC3E}">
        <p14:creationId xmlns:p14="http://schemas.microsoft.com/office/powerpoint/2010/main" val="29683132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68</a:t>
            </a:fld>
            <a:endParaRPr lang="en-US"/>
          </a:p>
        </p:txBody>
      </p:sp>
    </p:spTree>
    <p:extLst>
      <p:ext uri="{BB962C8B-B14F-4D97-AF65-F5344CB8AC3E}">
        <p14:creationId xmlns:p14="http://schemas.microsoft.com/office/powerpoint/2010/main" val="25410325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69</a:t>
            </a:fld>
            <a:endParaRPr lang="en-US"/>
          </a:p>
        </p:txBody>
      </p:sp>
    </p:spTree>
    <p:extLst>
      <p:ext uri="{BB962C8B-B14F-4D97-AF65-F5344CB8AC3E}">
        <p14:creationId xmlns:p14="http://schemas.microsoft.com/office/powerpoint/2010/main" val="10603700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70</a:t>
            </a:fld>
            <a:endParaRPr lang="en-US"/>
          </a:p>
        </p:txBody>
      </p:sp>
    </p:spTree>
    <p:extLst>
      <p:ext uri="{BB962C8B-B14F-4D97-AF65-F5344CB8AC3E}">
        <p14:creationId xmlns:p14="http://schemas.microsoft.com/office/powerpoint/2010/main" val="38500789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71</a:t>
            </a:fld>
            <a:endParaRPr lang="en-US"/>
          </a:p>
        </p:txBody>
      </p:sp>
    </p:spTree>
    <p:extLst>
      <p:ext uri="{BB962C8B-B14F-4D97-AF65-F5344CB8AC3E}">
        <p14:creationId xmlns:p14="http://schemas.microsoft.com/office/powerpoint/2010/main" val="14930342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72</a:t>
            </a:fld>
            <a:endParaRPr lang="en-US"/>
          </a:p>
        </p:txBody>
      </p:sp>
    </p:spTree>
    <p:extLst>
      <p:ext uri="{BB962C8B-B14F-4D97-AF65-F5344CB8AC3E}">
        <p14:creationId xmlns:p14="http://schemas.microsoft.com/office/powerpoint/2010/main" val="15527501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73</a:t>
            </a:fld>
            <a:endParaRPr lang="en-US"/>
          </a:p>
        </p:txBody>
      </p:sp>
    </p:spTree>
    <p:extLst>
      <p:ext uri="{BB962C8B-B14F-4D97-AF65-F5344CB8AC3E}">
        <p14:creationId xmlns:p14="http://schemas.microsoft.com/office/powerpoint/2010/main" val="40187534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74</a:t>
            </a:fld>
            <a:endParaRPr lang="en-US"/>
          </a:p>
        </p:txBody>
      </p:sp>
    </p:spTree>
    <p:extLst>
      <p:ext uri="{BB962C8B-B14F-4D97-AF65-F5344CB8AC3E}">
        <p14:creationId xmlns:p14="http://schemas.microsoft.com/office/powerpoint/2010/main" val="5744654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75</a:t>
            </a:fld>
            <a:endParaRPr lang="en-US"/>
          </a:p>
        </p:txBody>
      </p:sp>
    </p:spTree>
    <p:extLst>
      <p:ext uri="{BB962C8B-B14F-4D97-AF65-F5344CB8AC3E}">
        <p14:creationId xmlns:p14="http://schemas.microsoft.com/office/powerpoint/2010/main" val="16127739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76</a:t>
            </a:fld>
            <a:endParaRPr lang="en-US"/>
          </a:p>
        </p:txBody>
      </p:sp>
    </p:spTree>
    <p:extLst>
      <p:ext uri="{BB962C8B-B14F-4D97-AF65-F5344CB8AC3E}">
        <p14:creationId xmlns:p14="http://schemas.microsoft.com/office/powerpoint/2010/main" val="8082242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77</a:t>
            </a:fld>
            <a:endParaRPr lang="en-US"/>
          </a:p>
        </p:txBody>
      </p:sp>
    </p:spTree>
    <p:extLst>
      <p:ext uri="{BB962C8B-B14F-4D97-AF65-F5344CB8AC3E}">
        <p14:creationId xmlns:p14="http://schemas.microsoft.com/office/powerpoint/2010/main" val="12940239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78</a:t>
            </a:fld>
            <a:endParaRPr lang="en-US"/>
          </a:p>
        </p:txBody>
      </p:sp>
    </p:spTree>
    <p:extLst>
      <p:ext uri="{BB962C8B-B14F-4D97-AF65-F5344CB8AC3E}">
        <p14:creationId xmlns:p14="http://schemas.microsoft.com/office/powerpoint/2010/main" val="22885297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79</a:t>
            </a:fld>
            <a:endParaRPr lang="en-US"/>
          </a:p>
        </p:txBody>
      </p:sp>
    </p:spTree>
    <p:extLst>
      <p:ext uri="{BB962C8B-B14F-4D97-AF65-F5344CB8AC3E}">
        <p14:creationId xmlns:p14="http://schemas.microsoft.com/office/powerpoint/2010/main" val="35064844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80</a:t>
            </a:fld>
            <a:endParaRPr lang="en-US"/>
          </a:p>
        </p:txBody>
      </p:sp>
    </p:spTree>
    <p:extLst>
      <p:ext uri="{BB962C8B-B14F-4D97-AF65-F5344CB8AC3E}">
        <p14:creationId xmlns:p14="http://schemas.microsoft.com/office/powerpoint/2010/main" val="398518983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81</a:t>
            </a:fld>
            <a:endParaRPr lang="en-US"/>
          </a:p>
        </p:txBody>
      </p:sp>
    </p:spTree>
    <p:extLst>
      <p:ext uri="{BB962C8B-B14F-4D97-AF65-F5344CB8AC3E}">
        <p14:creationId xmlns:p14="http://schemas.microsoft.com/office/powerpoint/2010/main" val="352119171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82</a:t>
            </a:fld>
            <a:endParaRPr lang="en-US"/>
          </a:p>
        </p:txBody>
      </p:sp>
    </p:spTree>
    <p:extLst>
      <p:ext uri="{BB962C8B-B14F-4D97-AF65-F5344CB8AC3E}">
        <p14:creationId xmlns:p14="http://schemas.microsoft.com/office/powerpoint/2010/main" val="6003118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83</a:t>
            </a:fld>
            <a:endParaRPr lang="en-US"/>
          </a:p>
        </p:txBody>
      </p:sp>
    </p:spTree>
    <p:extLst>
      <p:ext uri="{BB962C8B-B14F-4D97-AF65-F5344CB8AC3E}">
        <p14:creationId xmlns:p14="http://schemas.microsoft.com/office/powerpoint/2010/main" val="40853104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84</a:t>
            </a:fld>
            <a:endParaRPr lang="en-US"/>
          </a:p>
        </p:txBody>
      </p:sp>
    </p:spTree>
    <p:extLst>
      <p:ext uri="{BB962C8B-B14F-4D97-AF65-F5344CB8AC3E}">
        <p14:creationId xmlns:p14="http://schemas.microsoft.com/office/powerpoint/2010/main" val="245803402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85</a:t>
            </a:fld>
            <a:endParaRPr lang="en-US"/>
          </a:p>
        </p:txBody>
      </p:sp>
    </p:spTree>
    <p:extLst>
      <p:ext uri="{BB962C8B-B14F-4D97-AF65-F5344CB8AC3E}">
        <p14:creationId xmlns:p14="http://schemas.microsoft.com/office/powerpoint/2010/main" val="68976962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86</a:t>
            </a:fld>
            <a:endParaRPr lang="en-US"/>
          </a:p>
        </p:txBody>
      </p:sp>
    </p:spTree>
    <p:extLst>
      <p:ext uri="{BB962C8B-B14F-4D97-AF65-F5344CB8AC3E}">
        <p14:creationId xmlns:p14="http://schemas.microsoft.com/office/powerpoint/2010/main" val="139235047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87</a:t>
            </a:fld>
            <a:endParaRPr lang="en-US"/>
          </a:p>
        </p:txBody>
      </p:sp>
    </p:spTree>
    <p:extLst>
      <p:ext uri="{BB962C8B-B14F-4D97-AF65-F5344CB8AC3E}">
        <p14:creationId xmlns:p14="http://schemas.microsoft.com/office/powerpoint/2010/main" val="214007702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88</a:t>
            </a:fld>
            <a:endParaRPr lang="en-US"/>
          </a:p>
        </p:txBody>
      </p:sp>
    </p:spTree>
    <p:extLst>
      <p:ext uri="{BB962C8B-B14F-4D97-AF65-F5344CB8AC3E}">
        <p14:creationId xmlns:p14="http://schemas.microsoft.com/office/powerpoint/2010/main" val="38763211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89</a:t>
            </a:fld>
            <a:endParaRPr lang="en-US"/>
          </a:p>
        </p:txBody>
      </p:sp>
    </p:spTree>
    <p:extLst>
      <p:ext uri="{BB962C8B-B14F-4D97-AF65-F5344CB8AC3E}">
        <p14:creationId xmlns:p14="http://schemas.microsoft.com/office/powerpoint/2010/main" val="8591778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90</a:t>
            </a:fld>
            <a:endParaRPr lang="en-US"/>
          </a:p>
        </p:txBody>
      </p:sp>
    </p:spTree>
    <p:extLst>
      <p:ext uri="{BB962C8B-B14F-4D97-AF65-F5344CB8AC3E}">
        <p14:creationId xmlns:p14="http://schemas.microsoft.com/office/powerpoint/2010/main" val="143634708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C4CF9-69BC-034A-86DA-E1DADC6FAF10}" type="slidenum">
              <a:rPr lang="en-US" smtClean="0"/>
              <a:t>91</a:t>
            </a:fld>
            <a:endParaRPr lang="en-US"/>
          </a:p>
        </p:txBody>
      </p:sp>
    </p:spTree>
    <p:extLst>
      <p:ext uri="{BB962C8B-B14F-4D97-AF65-F5344CB8AC3E}">
        <p14:creationId xmlns:p14="http://schemas.microsoft.com/office/powerpoint/2010/main" val="1682312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4C0672D-63A5-7F4F-996A-A49C94A186D4}"/>
              </a:ext>
            </a:extLst>
          </p:cNvPr>
          <p:cNvPicPr>
            <a:picLocks noChangeAspect="1"/>
          </p:cNvPicPr>
          <p:nvPr userDrawn="1"/>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id="{6402E568-18E6-9A43-8CDC-1DF38DFF6BB5}"/>
              </a:ext>
            </a:extLst>
          </p:cNvPr>
          <p:cNvPicPr>
            <a:picLocks noChangeAspect="1"/>
          </p:cNvPicPr>
          <p:nvPr userDrawn="1"/>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D9EB45-1C59-C541-92E7-6FE421F29085}"/>
              </a:ext>
            </a:extLst>
          </p:cNvPr>
          <p:cNvSpPr>
            <a:spLocks noGrp="1"/>
          </p:cNvSpPr>
          <p:nvPr>
            <p:ph type="ctrTitle"/>
          </p:nvPr>
        </p:nvSpPr>
        <p:spPr>
          <a:xfrm>
            <a:off x="602566" y="1214438"/>
            <a:ext cx="10986868" cy="2387600"/>
          </a:xfrm>
        </p:spPr>
        <p:txBody>
          <a:bodyPr anchor="ctr">
            <a:norm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HCL Electronic Shop</a:t>
            </a:r>
            <a:endParaRPr lang="en-US" sz="4800"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8" name="Subtitle 7">
            <a:extLst>
              <a:ext uri="{FF2B5EF4-FFF2-40B4-BE49-F238E27FC236}">
                <a16:creationId xmlns:a16="http://schemas.microsoft.com/office/drawing/2014/main" id="{DA0CEDCB-5CE2-1B41-9D8B-CA0EB9D3BBD7}"/>
              </a:ext>
            </a:extLst>
          </p:cNvPr>
          <p:cNvSpPr>
            <a:spLocks noGrp="1"/>
          </p:cNvSpPr>
          <p:nvPr>
            <p:ph type="subTitle" idx="1"/>
          </p:nvPr>
        </p:nvSpPr>
        <p:spPr>
          <a:xfrm>
            <a:off x="602566" y="3987800"/>
            <a:ext cx="10986867" cy="2387600"/>
          </a:xfrm>
        </p:spPr>
        <p:txBody>
          <a:bodyPr anchor="ctr">
            <a:normAutofit fontScale="92500" lnSpcReduction="10000"/>
          </a:bodyPr>
          <a:lstStyle/>
          <a:p>
            <a:pPr algn="just"/>
            <a:r>
              <a:rPr lang="en-US" dirty="0">
                <a:latin typeface="Helvetica Neue Thin" panose="020B0403020202020204" pitchFamily="34" charset="0"/>
                <a:ea typeface="Helvetica Neue Thin" panose="020B0403020202020204" pitchFamily="34" charset="0"/>
              </a:rPr>
              <a:t>Class Name:	</a:t>
            </a:r>
            <a:r>
              <a:rPr lang="en-US" dirty="0" smtClean="0">
                <a:latin typeface="Helvetica Neue Thin" panose="020B0403020202020204" pitchFamily="34" charset="0"/>
                <a:ea typeface="Helvetica Neue Thin" panose="020B0403020202020204" pitchFamily="34" charset="0"/>
              </a:rPr>
              <a:t>PF1124</a:t>
            </a:r>
            <a:endParaRPr lang="en-US" dirty="0">
              <a:latin typeface="Helvetica Neue Thin" panose="020B0403020202020204" pitchFamily="34" charset="0"/>
              <a:ea typeface="Helvetica Neue Thin" panose="020B0403020202020204" pitchFamily="34" charset="0"/>
            </a:endParaRPr>
          </a:p>
          <a:p>
            <a:pPr algn="just"/>
            <a:r>
              <a:rPr lang="en-US" dirty="0">
                <a:latin typeface="Helvetica Neue Thin" panose="020B0403020202020204" pitchFamily="34" charset="0"/>
                <a:ea typeface="Helvetica Neue Thin" panose="020B0403020202020204" pitchFamily="34" charset="0"/>
              </a:rPr>
              <a:t>Group Name: 	</a:t>
            </a:r>
            <a:r>
              <a:rPr lang="en-US" dirty="0" smtClean="0">
                <a:latin typeface="Helvetica Neue Thin" panose="020B0403020202020204" pitchFamily="34" charset="0"/>
                <a:ea typeface="Helvetica Neue Thin" panose="020B0403020202020204" pitchFamily="34" charset="0"/>
              </a:rPr>
              <a:t>HCL</a:t>
            </a:r>
          </a:p>
          <a:p>
            <a:pPr algn="just"/>
            <a:r>
              <a:rPr lang="en-US" dirty="0" smtClean="0">
                <a:latin typeface="Helvetica Neue Thin" panose="020B0403020202020204" pitchFamily="34" charset="0"/>
                <a:ea typeface="Helvetica Neue Thin" panose="020B0403020202020204" pitchFamily="34" charset="0"/>
              </a:rPr>
              <a:t>Instructor:	Nguyen </a:t>
            </a:r>
            <a:r>
              <a:rPr lang="en-US" dirty="0" err="1" smtClean="0">
                <a:latin typeface="Helvetica Neue Thin" panose="020B0403020202020204" pitchFamily="34" charset="0"/>
                <a:ea typeface="Helvetica Neue Thin" panose="020B0403020202020204" pitchFamily="34" charset="0"/>
              </a:rPr>
              <a:t>Dinh</a:t>
            </a:r>
            <a:r>
              <a:rPr lang="en-US" dirty="0" smtClean="0">
                <a:latin typeface="Helvetica Neue Thin" panose="020B0403020202020204" pitchFamily="34" charset="0"/>
                <a:ea typeface="Helvetica Neue Thin" panose="020B0403020202020204" pitchFamily="34" charset="0"/>
              </a:rPr>
              <a:t> </a:t>
            </a:r>
            <a:r>
              <a:rPr lang="en-US" smtClean="0">
                <a:latin typeface="Helvetica Neue Thin" panose="020B0403020202020204" pitchFamily="34" charset="0"/>
                <a:ea typeface="Helvetica Neue Thin" panose="020B0403020202020204" pitchFamily="34" charset="0"/>
              </a:rPr>
              <a:t>Cuong</a:t>
            </a:r>
            <a:endParaRPr lang="en-US" dirty="0">
              <a:latin typeface="Helvetica Neue Thin" panose="020B0403020202020204" pitchFamily="34" charset="0"/>
              <a:ea typeface="Helvetica Neue Thin" panose="020B0403020202020204" pitchFamily="34" charset="0"/>
            </a:endParaRPr>
          </a:p>
          <a:p>
            <a:pPr algn="just"/>
            <a:r>
              <a:rPr lang="en-US" dirty="0">
                <a:latin typeface="Helvetica Neue Thin" panose="020B0403020202020204" pitchFamily="34" charset="0"/>
                <a:ea typeface="Helvetica Neue Thin" panose="020B0403020202020204" pitchFamily="34" charset="0"/>
              </a:rPr>
              <a:t>Member: 	 </a:t>
            </a:r>
            <a:r>
              <a:rPr lang="en-US" dirty="0" smtClean="0">
                <a:latin typeface="Helvetica Neue Thin" panose="020B0403020202020204" pitchFamily="34" charset="0"/>
                <a:ea typeface="Helvetica Neue Thin" panose="020B0403020202020204" pitchFamily="34" charset="0"/>
              </a:rPr>
              <a:t>	Nguyen </a:t>
            </a:r>
            <a:r>
              <a:rPr lang="en-US" dirty="0">
                <a:latin typeface="Helvetica Neue Thin" panose="020B0403020202020204" pitchFamily="34" charset="0"/>
                <a:ea typeface="Helvetica Neue Thin" panose="020B0403020202020204" pitchFamily="34" charset="0"/>
              </a:rPr>
              <a:t>Hai Long</a:t>
            </a:r>
          </a:p>
          <a:p>
            <a:pPr algn="just"/>
            <a:r>
              <a:rPr lang="en-US" dirty="0">
                <a:latin typeface="Helvetica Neue Thin" panose="020B0403020202020204" pitchFamily="34" charset="0"/>
                <a:ea typeface="Helvetica Neue Thin" panose="020B0403020202020204" pitchFamily="34" charset="0"/>
              </a:rPr>
              <a:t>		</a:t>
            </a:r>
            <a:r>
              <a:rPr lang="en-US" dirty="0" smtClean="0">
                <a:latin typeface="Helvetica Neue Thin" panose="020B0403020202020204" pitchFamily="34" charset="0"/>
                <a:ea typeface="Helvetica Neue Thin" panose="020B0403020202020204" pitchFamily="34" charset="0"/>
              </a:rPr>
              <a:t>Pham </a:t>
            </a:r>
            <a:r>
              <a:rPr lang="en-US" dirty="0">
                <a:latin typeface="Helvetica Neue Thin" panose="020B0403020202020204" pitchFamily="34" charset="0"/>
                <a:ea typeface="Helvetica Neue Thin" panose="020B0403020202020204" pitchFamily="34" charset="0"/>
              </a:rPr>
              <a:t>Nam Cuong</a:t>
            </a:r>
          </a:p>
          <a:p>
            <a:pPr algn="just"/>
            <a:r>
              <a:rPr lang="en-US" dirty="0">
                <a:latin typeface="Helvetica Neue Thin" panose="020B0403020202020204" pitchFamily="34" charset="0"/>
                <a:ea typeface="Helvetica Neue Thin" panose="020B0403020202020204" pitchFamily="34" charset="0"/>
              </a:rPr>
              <a:t>		</a:t>
            </a:r>
            <a:r>
              <a:rPr lang="en-US" dirty="0" smtClean="0">
                <a:latin typeface="Helvetica Neue Thin" panose="020B0403020202020204" pitchFamily="34" charset="0"/>
                <a:ea typeface="Helvetica Neue Thin" panose="020B0403020202020204" pitchFamily="34" charset="0"/>
              </a:rPr>
              <a:t>Pham </a:t>
            </a:r>
            <a:r>
              <a:rPr lang="en-US" dirty="0">
                <a:latin typeface="Helvetica Neue Thin" panose="020B0403020202020204" pitchFamily="34" charset="0"/>
                <a:ea typeface="Helvetica Neue Thin" panose="020B0403020202020204" pitchFamily="34" charset="0"/>
              </a:rPr>
              <a:t>Ngoc Huy</a:t>
            </a:r>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Objectives</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63103" y="4863633"/>
            <a:ext cx="11844997" cy="1640261"/>
          </a:xfrm>
        </p:spPr>
        <p:txBody>
          <a:bodyPr>
            <a:normAutofit/>
          </a:bodyPr>
          <a:lstStyle/>
          <a:p>
            <a:pPr marL="0" indent="0" algn="just">
              <a:lnSpc>
                <a:spcPct val="100000"/>
              </a:lnSpc>
              <a:buNone/>
            </a:pPr>
            <a:r>
              <a:rPr lang="en-US" sz="1600" dirty="0">
                <a:effectLst/>
                <a:latin typeface="Helvetica Neue"/>
                <a:ea typeface="Calibri" panose="020F0502020204030204" pitchFamily="34" charset="0"/>
                <a:cs typeface="Times New Roman" panose="02020603050405020304" pitchFamily="18" charset="0"/>
              </a:rPr>
              <a:t>This application project was created to help with managing digital marketing business models, it helps to improve management efficiency. Staffs and customers have easy access to products information, which include price, name, product details or even it’s status, they can also easily place in any order with the shopping cart function. The main function of this system is for management, it helps the business with managing their products, orders as well as customers or even employees. Staffs can also create new user account for their customers or place in any order according to the customer’s request, allow them to view the information of unpaid orders and confirm successful payment if enough money has been received from the customers as well as canceling the order if necessary.</a:t>
            </a:r>
            <a:endParaRPr lang="en-US" sz="1600" dirty="0">
              <a:latin typeface="Helvetica Neue"/>
              <a:ea typeface="Helvetica Neue Light" panose="02000403000000020004" pitchFamily="2" charset="0"/>
            </a:endParaRP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a:t>
            </a:fld>
            <a:endParaRPr lang="en-US" dirty="0"/>
          </a:p>
        </p:txBody>
      </p:sp>
      <p:pic>
        <p:nvPicPr>
          <p:cNvPr id="8" name="Picture 7">
            <a:extLst>
              <a:ext uri="{FF2B5EF4-FFF2-40B4-BE49-F238E27FC236}">
                <a16:creationId xmlns:a16="http://schemas.microsoft.com/office/drawing/2014/main" id="{81493DC5-CF40-D870-56D0-9A60B39E3F40}"/>
              </a:ext>
            </a:extLst>
          </p:cNvPr>
          <p:cNvPicPr>
            <a:picLocks noChangeAspect="1"/>
          </p:cNvPicPr>
          <p:nvPr/>
        </p:nvPicPr>
        <p:blipFill>
          <a:blip r:embed="rId3"/>
          <a:stretch>
            <a:fillRect/>
          </a:stretch>
        </p:blipFill>
        <p:spPr>
          <a:xfrm>
            <a:off x="2958627" y="1057729"/>
            <a:ext cx="6274746" cy="3764847"/>
          </a:xfrm>
          <a:prstGeom prst="rect">
            <a:avLst/>
          </a:prstGeom>
        </p:spPr>
      </p:pic>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Introduction to Project</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65729" y="1074057"/>
            <a:ext cx="11844997" cy="5411149"/>
          </a:xfrm>
        </p:spPr>
        <p:txBody>
          <a:bodyPr>
            <a:normAutofit fontScale="92500" lnSpcReduction="20000"/>
          </a:bodyPr>
          <a:lstStyle/>
          <a:p>
            <a:pPr marL="0" indent="0" algn="just">
              <a:lnSpc>
                <a:spcPct val="100000"/>
              </a:lnSpc>
              <a:buNone/>
            </a:pPr>
            <a:r>
              <a:rPr lang="en-US" sz="1700" dirty="0">
                <a:latin typeface="Helvetica Neue"/>
                <a:ea typeface="Helvetica Neue Light" panose="02000403000000020004" pitchFamily="2" charset="0"/>
                <a:cs typeface="Times New Roman" panose="02020603050405020304" pitchFamily="18" charset="0"/>
              </a:rPr>
              <a:t>The application system will provide these following features:</a:t>
            </a:r>
          </a:p>
          <a:p>
            <a:pPr algn="just">
              <a:lnSpc>
                <a:spcPct val="100000"/>
              </a:lnSpc>
              <a:buFontTx/>
              <a:buChar char="-"/>
            </a:pPr>
            <a:r>
              <a:rPr lang="en-US" sz="1700" dirty="0">
                <a:latin typeface="Helvetica Neue"/>
                <a:ea typeface="Helvetica Neue Light" panose="02000403000000020004" pitchFamily="2" charset="0"/>
                <a:cs typeface="Times New Roman" panose="02020603050405020304" pitchFamily="18" charset="0"/>
              </a:rPr>
              <a:t>Register/Login system:</a:t>
            </a:r>
          </a:p>
          <a:p>
            <a:pPr lvl="1" algn="just">
              <a:lnSpc>
                <a:spcPct val="100000"/>
              </a:lnSpc>
            </a:pPr>
            <a:r>
              <a:rPr lang="en-US" sz="1700" dirty="0">
                <a:latin typeface="Helvetica Neue"/>
                <a:ea typeface="Helvetica Neue Light" panose="02000403000000020004" pitchFamily="2" charset="0"/>
                <a:cs typeface="Times New Roman" panose="02020603050405020304" pitchFamily="18" charset="0"/>
              </a:rPr>
              <a:t>Multiple user cases (Customer, Admin, Super Admin which each will have their own option menu)</a:t>
            </a:r>
          </a:p>
          <a:p>
            <a:pPr algn="just">
              <a:lnSpc>
                <a:spcPct val="100000"/>
              </a:lnSpc>
              <a:buFontTx/>
              <a:buChar char="-"/>
            </a:pPr>
            <a:r>
              <a:rPr lang="en-US" sz="1700" dirty="0">
                <a:latin typeface="Helvetica Neue"/>
                <a:ea typeface="Helvetica Neue Light" panose="02000403000000020004" pitchFamily="2" charset="0"/>
                <a:cs typeface="Times New Roman" panose="02020603050405020304" pitchFamily="18" charset="0"/>
              </a:rPr>
              <a:t>General products &amp; functions:</a:t>
            </a:r>
          </a:p>
          <a:p>
            <a:pPr lvl="1" algn="just">
              <a:lnSpc>
                <a:spcPct val="100000"/>
              </a:lnSpc>
            </a:pPr>
            <a:r>
              <a:rPr lang="en-US" sz="1700" dirty="0">
                <a:effectLst/>
                <a:latin typeface="Helvetica Neue"/>
                <a:ea typeface="Calibri" panose="020F0502020204030204" pitchFamily="34" charset="0"/>
                <a:cs typeface="Times New Roman" panose="02020603050405020304" pitchFamily="18" charset="0"/>
              </a:rPr>
              <a:t>View Product/Category information lists function</a:t>
            </a:r>
          </a:p>
          <a:p>
            <a:pPr lvl="1" algn="just">
              <a:lnSpc>
                <a:spcPct val="100000"/>
              </a:lnSpc>
            </a:pPr>
            <a:r>
              <a:rPr lang="en-US" sz="1700" dirty="0">
                <a:effectLst/>
                <a:latin typeface="Helvetica Neue"/>
                <a:ea typeface="Calibri" panose="020F0502020204030204" pitchFamily="34" charset="0"/>
              </a:rPr>
              <a:t>Search for Product/Category functions</a:t>
            </a:r>
            <a:endParaRPr lang="en-US" sz="1700" dirty="0">
              <a:latin typeface="Helvetica Neue"/>
              <a:ea typeface="Helvetica Neue Light" panose="02000403000000020004" pitchFamily="2" charset="0"/>
              <a:cs typeface="Times New Roman" panose="02020603050405020304" pitchFamily="18" charset="0"/>
            </a:endParaRPr>
          </a:p>
          <a:p>
            <a:pPr algn="just">
              <a:lnSpc>
                <a:spcPct val="100000"/>
              </a:lnSpc>
              <a:buFontTx/>
              <a:buChar char="-"/>
            </a:pPr>
            <a:r>
              <a:rPr lang="en-US" sz="1700" dirty="0">
                <a:latin typeface="Helvetica Neue"/>
                <a:ea typeface="Helvetica Neue Light" panose="02000403000000020004" pitchFamily="2" charset="0"/>
                <a:cs typeface="Times New Roman" panose="02020603050405020304" pitchFamily="18" charset="0"/>
              </a:rPr>
              <a:t>Shopping cart &amp; placing order function:</a:t>
            </a:r>
          </a:p>
          <a:p>
            <a:pPr lvl="1" algn="just">
              <a:lnSpc>
                <a:spcPct val="100000"/>
              </a:lnSpc>
            </a:pPr>
            <a:r>
              <a:rPr lang="en-US" sz="1700" dirty="0">
                <a:effectLst/>
                <a:latin typeface="Helvetica Neue"/>
                <a:ea typeface="Calibri" panose="020F0502020204030204" pitchFamily="34" charset="0"/>
                <a:cs typeface="Times New Roman" panose="02020603050405020304" pitchFamily="18" charset="0"/>
              </a:rPr>
              <a:t>Adding &amp; removing Products to or from Shopping Cart to place Order</a:t>
            </a:r>
          </a:p>
          <a:p>
            <a:pPr lvl="1" algn="just">
              <a:lnSpc>
                <a:spcPct val="100000"/>
              </a:lnSpc>
            </a:pPr>
            <a:r>
              <a:rPr lang="en-US" sz="1700" dirty="0">
                <a:effectLst/>
                <a:latin typeface="Helvetica Neue"/>
                <a:ea typeface="Calibri" panose="020F0502020204030204" pitchFamily="34" charset="0"/>
                <a:cs typeface="Times New Roman" panose="02020603050405020304" pitchFamily="18" charset="0"/>
              </a:rPr>
              <a:t>View Shopping Cart functions for all roles/user cases.</a:t>
            </a:r>
          </a:p>
          <a:p>
            <a:pPr lvl="1" algn="just">
              <a:lnSpc>
                <a:spcPct val="100000"/>
              </a:lnSpc>
            </a:pPr>
            <a:r>
              <a:rPr lang="en-US" sz="1700" dirty="0">
                <a:effectLst/>
                <a:latin typeface="Helvetica Neue"/>
                <a:ea typeface="Calibri" panose="020F0502020204030204" pitchFamily="34" charset="0"/>
                <a:cs typeface="Times New Roman" panose="02020603050405020304" pitchFamily="18" charset="0"/>
              </a:rPr>
              <a:t>Complete &amp; place order, cancelling order for all user cases.</a:t>
            </a:r>
          </a:p>
          <a:p>
            <a:pPr lvl="1" algn="just">
              <a:lnSpc>
                <a:spcPct val="100000"/>
              </a:lnSpc>
            </a:pPr>
            <a:r>
              <a:rPr lang="en-US" sz="1700" dirty="0">
                <a:effectLst/>
                <a:latin typeface="Helvetica Neue"/>
                <a:ea typeface="Calibri" panose="020F0502020204030204" pitchFamily="34" charset="0"/>
                <a:cs typeface="Times New Roman" panose="02020603050405020304" pitchFamily="18" charset="0"/>
              </a:rPr>
              <a:t>Picking payment methods &amp; checking out.</a:t>
            </a:r>
          </a:p>
          <a:p>
            <a:pPr lvl="1" algn="just">
              <a:lnSpc>
                <a:spcPct val="100000"/>
              </a:lnSpc>
            </a:pPr>
            <a:r>
              <a:rPr lang="en-US" sz="1700" dirty="0">
                <a:effectLst/>
                <a:latin typeface="Helvetica Neue"/>
                <a:ea typeface="Calibri" panose="020F0502020204030204" pitchFamily="34" charset="0"/>
                <a:cs typeface="Times New Roman" panose="02020603050405020304" pitchFamily="18" charset="0"/>
              </a:rPr>
              <a:t>Checking Order details &amp; status function for every user cases.</a:t>
            </a:r>
            <a:endParaRPr lang="en-US" sz="1700" dirty="0">
              <a:latin typeface="Helvetica Neue"/>
              <a:ea typeface="Helvetica Neue Light" panose="02000403000000020004" pitchFamily="2" charset="0"/>
              <a:cs typeface="Times New Roman" panose="02020603050405020304" pitchFamily="18" charset="0"/>
            </a:endParaRPr>
          </a:p>
          <a:p>
            <a:pPr algn="just">
              <a:lnSpc>
                <a:spcPct val="100000"/>
              </a:lnSpc>
              <a:buFontTx/>
              <a:buChar char="-"/>
            </a:pPr>
            <a:r>
              <a:rPr lang="en-US" sz="1700" dirty="0">
                <a:latin typeface="Helvetica Neue"/>
                <a:ea typeface="Helvetica Neue Light" panose="02000403000000020004" pitchFamily="2" charset="0"/>
                <a:cs typeface="Times New Roman" panose="02020603050405020304" pitchFamily="18" charset="0"/>
              </a:rPr>
              <a:t>Management functions:</a:t>
            </a:r>
          </a:p>
          <a:p>
            <a:pPr lvl="1" algn="just">
              <a:lnSpc>
                <a:spcPct val="150000"/>
              </a:lnSpc>
            </a:pPr>
            <a:r>
              <a:rPr lang="en-US" sz="1700" dirty="0">
                <a:effectLst/>
                <a:latin typeface="Helvetica Neue"/>
                <a:ea typeface="Calibri" panose="020F0502020204030204" pitchFamily="34" charset="0"/>
                <a:cs typeface="Times New Roman" panose="02020603050405020304" pitchFamily="18" charset="0"/>
              </a:rPr>
              <a:t>Adding/removing/editing Product functions for Admin &amp; Super Admin.</a:t>
            </a:r>
          </a:p>
          <a:p>
            <a:pPr lvl="1" algn="just">
              <a:lnSpc>
                <a:spcPct val="150000"/>
              </a:lnSpc>
            </a:pPr>
            <a:r>
              <a:rPr lang="en-US" sz="1700" dirty="0">
                <a:effectLst/>
                <a:latin typeface="Helvetica Neue"/>
                <a:ea typeface="Calibri" panose="020F0502020204030204" pitchFamily="34" charset="0"/>
                <a:cs typeface="Times New Roman" panose="02020603050405020304" pitchFamily="18" charset="0"/>
              </a:rPr>
              <a:t>Adding/removing/editing Category functions for Admin &amp; Super Admin.</a:t>
            </a:r>
          </a:p>
          <a:p>
            <a:pPr lvl="1" algn="just">
              <a:lnSpc>
                <a:spcPct val="150000"/>
              </a:lnSpc>
            </a:pPr>
            <a:r>
              <a:rPr lang="en-US" sz="1700" dirty="0">
                <a:effectLst/>
                <a:latin typeface="Helvetica Neue"/>
                <a:ea typeface="Calibri" panose="020F0502020204030204" pitchFamily="34" charset="0"/>
                <a:cs typeface="Times New Roman" panose="02020603050405020304" pitchFamily="18" charset="0"/>
              </a:rPr>
              <a:t>Adding/removing/editing Customer functions for Admin &amp; Super Admin.</a:t>
            </a:r>
          </a:p>
          <a:p>
            <a:pPr lvl="1" algn="just">
              <a:lnSpc>
                <a:spcPct val="150000"/>
              </a:lnSpc>
            </a:pPr>
            <a:r>
              <a:rPr lang="en-US" sz="1700" dirty="0">
                <a:effectLst/>
                <a:latin typeface="Helvetica Neue"/>
                <a:ea typeface="Calibri" panose="020F0502020204030204" pitchFamily="34" charset="0"/>
                <a:cs typeface="Times New Roman" panose="02020603050405020304" pitchFamily="18" charset="0"/>
              </a:rPr>
              <a:t>Adding/removing/editing Admin functions for Super Admin.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a:t>
            </a:fld>
            <a:endParaRPr lang="en-US" dirty="0"/>
          </a:p>
        </p:txBody>
      </p:sp>
      <p:pic>
        <p:nvPicPr>
          <p:cNvPr id="10" name="Picture 9">
            <a:extLst>
              <a:ext uri="{FF2B5EF4-FFF2-40B4-BE49-F238E27FC236}">
                <a16:creationId xmlns:a16="http://schemas.microsoft.com/office/drawing/2014/main" id="{7B305174-D414-35C9-201E-2BB3C84DFD8A}"/>
              </a:ext>
            </a:extLst>
          </p:cNvPr>
          <p:cNvPicPr>
            <a:picLocks noChangeAspect="1"/>
          </p:cNvPicPr>
          <p:nvPr/>
        </p:nvPicPr>
        <p:blipFill>
          <a:blip r:embed="rId3"/>
          <a:stretch>
            <a:fillRect/>
          </a:stretch>
        </p:blipFill>
        <p:spPr>
          <a:xfrm>
            <a:off x="7373566" y="2136615"/>
            <a:ext cx="4697820" cy="3647328"/>
          </a:xfrm>
          <a:prstGeom prst="rect">
            <a:avLst/>
          </a:prstGeom>
        </p:spPr>
      </p:pic>
    </p:spTree>
    <p:extLst>
      <p:ext uri="{BB962C8B-B14F-4D97-AF65-F5344CB8AC3E}">
        <p14:creationId xmlns:p14="http://schemas.microsoft.com/office/powerpoint/2010/main" val="2393985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Customer Requirements</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83897" y="4798975"/>
            <a:ext cx="8721969" cy="1513500"/>
          </a:xfrm>
        </p:spPr>
        <p:txBody>
          <a:bodyPr>
            <a:normAutofit/>
          </a:bodyPr>
          <a:lstStyle/>
          <a:p>
            <a:pPr marL="342900" lvl="0" indent="-342900" algn="just">
              <a:lnSpc>
                <a:spcPct val="100000"/>
              </a:lnSpc>
              <a:buFont typeface="+mj-lt"/>
              <a:buAutoNum type="arabicPeriod"/>
            </a:pPr>
            <a:r>
              <a:rPr lang="en-US" sz="1600" dirty="0">
                <a:effectLst/>
                <a:latin typeface="Helvetica Neue"/>
                <a:ea typeface="Calibri" panose="020F0502020204030204" pitchFamily="34" charset="0"/>
                <a:cs typeface="Times New Roman" panose="02020603050405020304" pitchFamily="18" charset="0"/>
              </a:rPr>
              <a:t>You must login to use the system.</a:t>
            </a:r>
          </a:p>
          <a:p>
            <a:pPr marL="342900" lvl="0" indent="-342900" algn="just">
              <a:lnSpc>
                <a:spcPct val="100000"/>
              </a:lnSpc>
              <a:buFont typeface="+mj-lt"/>
              <a:buAutoNum type="arabicPeriod"/>
            </a:pPr>
            <a:r>
              <a:rPr lang="en-US" sz="1600" dirty="0">
                <a:effectLst/>
                <a:latin typeface="Helvetica Neue"/>
                <a:ea typeface="Calibri" panose="020F0502020204030204" pitchFamily="34" charset="0"/>
                <a:cs typeface="Times New Roman" panose="02020603050405020304" pitchFamily="18" charset="0"/>
              </a:rPr>
              <a:t>You must have your account role set to be Admin or Super Admin to use their menu functions.</a:t>
            </a:r>
          </a:p>
          <a:p>
            <a:pPr marL="342900" lvl="0" indent="-342900" algn="just">
              <a:lnSpc>
                <a:spcPct val="100000"/>
              </a:lnSpc>
              <a:buFont typeface="+mj-lt"/>
              <a:buAutoNum type="arabicPeriod"/>
            </a:pPr>
            <a:r>
              <a:rPr lang="en-US" sz="1600" dirty="0">
                <a:effectLst/>
                <a:latin typeface="Helvetica Neue"/>
                <a:ea typeface="Calibri" panose="020F0502020204030204" pitchFamily="34" charset="0"/>
                <a:cs typeface="Times New Roman" panose="02020603050405020304" pitchFamily="18" charset="0"/>
              </a:rPr>
              <a:t>You must have your address, phone number and payment method information to place an order.</a:t>
            </a:r>
          </a:p>
          <a:p>
            <a:pPr marL="342900" lvl="0" indent="-342900" algn="just">
              <a:lnSpc>
                <a:spcPct val="100000"/>
              </a:lnSpc>
              <a:buFont typeface="+mj-lt"/>
              <a:buAutoNum type="arabicPeriod"/>
            </a:pPr>
            <a:r>
              <a:rPr lang="en-US" sz="1600" dirty="0">
                <a:effectLst/>
                <a:latin typeface="Helvetica Neue"/>
                <a:ea typeface="Calibri" panose="020F0502020204030204" pitchFamily="34" charset="0"/>
                <a:cs typeface="Times New Roman" panose="02020603050405020304" pitchFamily="18" charset="0"/>
              </a:rPr>
              <a:t>You must contact Admins or Super Admins in order to change your Customer information details.</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a:t>
            </a:fld>
            <a:endParaRPr lang="en-US" dirty="0"/>
          </a:p>
        </p:txBody>
      </p:sp>
      <p:pic>
        <p:nvPicPr>
          <p:cNvPr id="8" name="Picture 7">
            <a:extLst>
              <a:ext uri="{FF2B5EF4-FFF2-40B4-BE49-F238E27FC236}">
                <a16:creationId xmlns:a16="http://schemas.microsoft.com/office/drawing/2014/main" id="{ACCEF2C3-8D18-6EF8-D2D5-FB8035504DAB}"/>
              </a:ext>
            </a:extLst>
          </p:cNvPr>
          <p:cNvPicPr>
            <a:picLocks noChangeAspect="1"/>
          </p:cNvPicPr>
          <p:nvPr/>
        </p:nvPicPr>
        <p:blipFill>
          <a:blip r:embed="rId3"/>
          <a:stretch>
            <a:fillRect/>
          </a:stretch>
        </p:blipFill>
        <p:spPr>
          <a:xfrm>
            <a:off x="8961350" y="4253820"/>
            <a:ext cx="2991267" cy="2629267"/>
          </a:xfrm>
          <a:prstGeom prst="rect">
            <a:avLst/>
          </a:prstGeom>
        </p:spPr>
      </p:pic>
      <p:pic>
        <p:nvPicPr>
          <p:cNvPr id="10" name="Picture 9">
            <a:extLst>
              <a:ext uri="{FF2B5EF4-FFF2-40B4-BE49-F238E27FC236}">
                <a16:creationId xmlns:a16="http://schemas.microsoft.com/office/drawing/2014/main" id="{14BB8C92-DB16-2A10-041E-C880A4B85F64}"/>
              </a:ext>
            </a:extLst>
          </p:cNvPr>
          <p:cNvPicPr>
            <a:picLocks noChangeAspect="1"/>
          </p:cNvPicPr>
          <p:nvPr/>
        </p:nvPicPr>
        <p:blipFill>
          <a:blip r:embed="rId4"/>
          <a:stretch>
            <a:fillRect/>
          </a:stretch>
        </p:blipFill>
        <p:spPr>
          <a:xfrm>
            <a:off x="2478566" y="958192"/>
            <a:ext cx="7214071" cy="3671771"/>
          </a:xfrm>
          <a:prstGeom prst="rect">
            <a:avLst/>
          </a:prstGeom>
        </p:spPr>
      </p:pic>
    </p:spTree>
    <p:extLst>
      <p:ext uri="{BB962C8B-B14F-4D97-AF65-F5344CB8AC3E}">
        <p14:creationId xmlns:p14="http://schemas.microsoft.com/office/powerpoint/2010/main" val="1424544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Use Case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65729" y="1074057"/>
            <a:ext cx="5930271" cy="5411149"/>
          </a:xfrm>
        </p:spPr>
        <p:txBody>
          <a:bodyPr>
            <a:normAutofit/>
          </a:bodyPr>
          <a:lstStyle/>
          <a:p>
            <a:pPr marL="0" lvl="0" indent="0" algn="just">
              <a:lnSpc>
                <a:spcPct val="115000"/>
              </a:lnSpc>
              <a:spcBef>
                <a:spcPts val="600"/>
              </a:spcBef>
              <a:spcAft>
                <a:spcPts val="0"/>
              </a:spcAft>
              <a:buNone/>
            </a:pPr>
            <a:r>
              <a:rPr lang="en-US" sz="1600" dirty="0">
                <a:latin typeface="Helvetica Neue"/>
                <a:ea typeface="Calibri" panose="020F0502020204030204" pitchFamily="34" charset="0"/>
                <a:cs typeface="Times New Roman" panose="02020603050405020304" pitchFamily="18" charset="0"/>
              </a:rPr>
              <a:t>When customer </a:t>
            </a:r>
            <a:r>
              <a:rPr lang="en-US" sz="1600" dirty="0">
                <a:effectLst/>
                <a:latin typeface="Helvetica Neue"/>
                <a:ea typeface="Calibri" panose="020F0502020204030204" pitchFamily="34" charset="0"/>
                <a:cs typeface="Times New Roman" panose="02020603050405020304" pitchFamily="18" charset="0"/>
              </a:rPr>
              <a:t>log into the system, the application will display the program's customer menu with the following options:</a:t>
            </a:r>
          </a:p>
          <a:p>
            <a:pPr marL="342900" indent="-342900" algn="just">
              <a:lnSpc>
                <a:spcPct val="115000"/>
              </a:lnSpc>
              <a:spcBef>
                <a:spcPts val="600"/>
              </a:spcBef>
              <a:buFont typeface="Helvetica Neue Light" panose="02000403000000020004"/>
              <a:buChar char="-"/>
            </a:pPr>
            <a:r>
              <a:rPr lang="en-US" sz="1600" dirty="0">
                <a:effectLst/>
                <a:latin typeface="Helvetica Neue"/>
                <a:ea typeface="Calibri" panose="020F0502020204030204" pitchFamily="34" charset="0"/>
                <a:cs typeface="Times New Roman" panose="02020603050405020304" pitchFamily="18" charset="0"/>
              </a:rPr>
              <a:t>View product with built-in functions</a:t>
            </a:r>
            <a:r>
              <a:rPr lang="en-US" sz="1600" dirty="0">
                <a:latin typeface="Helvetica Neue"/>
                <a:ea typeface="Calibri" panose="020F0502020204030204" pitchFamily="34" charset="0"/>
                <a:cs typeface="Times New Roman" panose="02020603050405020304" pitchFamily="18" charset="0"/>
              </a:rPr>
              <a:t>:</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Purchase product.</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Add product to cart.</a:t>
            </a:r>
            <a:endParaRPr lang="en-US" sz="1600" dirty="0">
              <a:latin typeface="Helvetica Neue"/>
              <a:ea typeface="Calibri" panose="020F0502020204030204" pitchFamily="34" charset="0"/>
              <a:cs typeface="Times New Roman" panose="02020603050405020304" pitchFamily="18" charset="0"/>
            </a:endParaRP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Find product.</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View category (which you can also view all the list of products that belongs to this category).</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Find category.</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View shopping cart with built-in functions:</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Remove product from shopping cart.</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Place </a:t>
            </a:r>
            <a:r>
              <a:rPr lang="en-US" sz="1600" dirty="0">
                <a:latin typeface="Helvetica Neue"/>
                <a:ea typeface="Calibri" panose="020F0502020204030204" pitchFamily="34" charset="0"/>
                <a:cs typeface="Times New Roman" panose="02020603050405020304" pitchFamily="18" charset="0"/>
              </a:rPr>
              <a:t>an order for all the products in shopping cart.</a:t>
            </a:r>
          </a:p>
          <a:p>
            <a:pPr marL="342900" indent="-342900" algn="just">
              <a:lnSpc>
                <a:spcPct val="115000"/>
              </a:lnSpc>
              <a:spcBef>
                <a:spcPts val="600"/>
              </a:spcBef>
              <a:buFont typeface="Helvetica Neue Light" panose="02000403000000020004"/>
              <a:buChar char="-"/>
            </a:pPr>
            <a:r>
              <a:rPr lang="en-US" sz="1600" dirty="0">
                <a:effectLst/>
                <a:latin typeface="Helvetica Neue"/>
                <a:ea typeface="Calibri" panose="020F0502020204030204" pitchFamily="34" charset="0"/>
                <a:cs typeface="Times New Roman" panose="02020603050405020304" pitchFamily="18" charset="0"/>
              </a:rPr>
              <a:t>View order information.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a:t>
            </a:fld>
            <a:endParaRPr lang="en-US" dirty="0"/>
          </a:p>
        </p:txBody>
      </p:sp>
      <p:pic>
        <p:nvPicPr>
          <p:cNvPr id="9" name="Picture 8">
            <a:extLst>
              <a:ext uri="{FF2B5EF4-FFF2-40B4-BE49-F238E27FC236}">
                <a16:creationId xmlns:a16="http://schemas.microsoft.com/office/drawing/2014/main" id="{500778E8-5A02-79EA-3C48-DC5ECB98BEEC}"/>
              </a:ext>
            </a:extLst>
          </p:cNvPr>
          <p:cNvPicPr>
            <a:picLocks noChangeAspect="1"/>
          </p:cNvPicPr>
          <p:nvPr/>
        </p:nvPicPr>
        <p:blipFill>
          <a:blip r:embed="rId3"/>
          <a:stretch>
            <a:fillRect/>
          </a:stretch>
        </p:blipFill>
        <p:spPr>
          <a:xfrm>
            <a:off x="6085602" y="1290917"/>
            <a:ext cx="5604734" cy="4075301"/>
          </a:xfrm>
          <a:prstGeom prst="rect">
            <a:avLst/>
          </a:prstGeom>
        </p:spPr>
      </p:pic>
    </p:spTree>
    <p:extLst>
      <p:ext uri="{BB962C8B-B14F-4D97-AF65-F5344CB8AC3E}">
        <p14:creationId xmlns:p14="http://schemas.microsoft.com/office/powerpoint/2010/main" val="2949223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Use Case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65729" y="1074057"/>
            <a:ext cx="5930271" cy="5411149"/>
          </a:xfrm>
        </p:spPr>
        <p:txBody>
          <a:bodyPr>
            <a:normAutofit/>
          </a:bodyPr>
          <a:lstStyle/>
          <a:p>
            <a:pPr marL="342900" lvl="0" indent="-342900" algn="just">
              <a:lnSpc>
                <a:spcPct val="115000"/>
              </a:lnSpc>
              <a:spcBef>
                <a:spcPts val="600"/>
              </a:spcBef>
              <a:spcAft>
                <a:spcPts val="0"/>
              </a:spcAft>
              <a:buFont typeface="Helvetica Neue Light" panose="02000403000000020004"/>
              <a:buChar char="-"/>
            </a:pPr>
            <a:endParaRPr lang="en-US" sz="1600" dirty="0">
              <a:effectLst/>
              <a:latin typeface="Helvetica Neue"/>
              <a:ea typeface="Calibri" panose="020F0502020204030204" pitchFamily="34" charset="0"/>
              <a:cs typeface="Times New Roman" panose="02020603050405020304" pitchFamily="18" charset="0"/>
            </a:endParaRPr>
          </a:p>
          <a:p>
            <a:pPr marL="0" lvl="0" indent="0" algn="just">
              <a:lnSpc>
                <a:spcPct val="115000"/>
              </a:lnSpc>
              <a:spcBef>
                <a:spcPts val="600"/>
              </a:spcBef>
              <a:spcAft>
                <a:spcPts val="0"/>
              </a:spcAft>
              <a:buNone/>
            </a:pPr>
            <a:r>
              <a:rPr lang="en-US" sz="1600" dirty="0">
                <a:effectLst/>
                <a:latin typeface="Helvetica Neue"/>
                <a:ea typeface="Calibri" panose="020F0502020204030204" pitchFamily="34" charset="0"/>
                <a:cs typeface="Times New Roman" panose="02020603050405020304" pitchFamily="18" charset="0"/>
              </a:rPr>
              <a:t>When staff log into the system, the application will display the program's Admin menu with the following options:</a:t>
            </a:r>
          </a:p>
          <a:p>
            <a:pPr marL="342900" lvl="0" indent="-342900" algn="just">
              <a:lnSpc>
                <a:spcPct val="115000"/>
              </a:lnSpc>
              <a:spcBef>
                <a:spcPts val="600"/>
              </a:spcBef>
              <a:spcAft>
                <a:spcPts val="0"/>
              </a:spcAft>
              <a:buFont typeface="Helvetica Neue Light" panose="02000403000000020004"/>
              <a:buChar char="-"/>
            </a:pPr>
            <a:r>
              <a:rPr lang="en-US" sz="1600" dirty="0">
                <a:effectLst/>
                <a:latin typeface="Helvetica Neue"/>
                <a:ea typeface="Calibri" panose="020F0502020204030204" pitchFamily="34" charset="0"/>
                <a:cs typeface="Times New Roman" panose="02020603050405020304" pitchFamily="18" charset="0"/>
              </a:rPr>
              <a:t> Add new product</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Manage product with the following built-in functions:</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Edit product</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Delete product</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Place order for customer</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Manage product import</a:t>
            </a:r>
          </a:p>
          <a:p>
            <a:pPr marL="342900" indent="-342900" algn="just">
              <a:lnSpc>
                <a:spcPct val="115000"/>
              </a:lnSpc>
              <a:spcBef>
                <a:spcPts val="600"/>
              </a:spcBef>
              <a:buFont typeface="Helvetica Neue Light" panose="02000403000000020004"/>
              <a:buChar char="-"/>
            </a:pPr>
            <a:r>
              <a:rPr lang="en-US" sz="1600" dirty="0">
                <a:effectLst/>
                <a:latin typeface="Helvetica Neue"/>
                <a:ea typeface="Calibri" panose="020F0502020204030204" pitchFamily="34" charset="0"/>
                <a:cs typeface="Times New Roman" panose="02020603050405020304" pitchFamily="18" charset="0"/>
              </a:rPr>
              <a:t>Manage product export</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Customer management with the following functions:</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Register new account for customer</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Edit customer information</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Delete customer</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Every other options that’s available for customers</a:t>
            </a:r>
            <a:endParaRPr lang="en-US" sz="1600" dirty="0">
              <a:effectLst/>
              <a:latin typeface="Helvetica Neue"/>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269537"/>
            <a:ext cx="5790687" cy="4883727"/>
          </a:xfrm>
          <a:prstGeom prst="rect">
            <a:avLst/>
          </a:prstGeom>
        </p:spPr>
      </p:pic>
    </p:spTree>
    <p:extLst>
      <p:ext uri="{BB962C8B-B14F-4D97-AF65-F5344CB8AC3E}">
        <p14:creationId xmlns:p14="http://schemas.microsoft.com/office/powerpoint/2010/main" val="800733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Use Case</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65729" y="1074057"/>
            <a:ext cx="5930271" cy="5411149"/>
          </a:xfrm>
        </p:spPr>
        <p:txBody>
          <a:bodyPr>
            <a:normAutofit/>
          </a:bodyPr>
          <a:lstStyle/>
          <a:p>
            <a:pPr marL="0" lvl="0" indent="0" algn="just">
              <a:lnSpc>
                <a:spcPct val="115000"/>
              </a:lnSpc>
              <a:spcBef>
                <a:spcPts val="600"/>
              </a:spcBef>
              <a:spcAft>
                <a:spcPts val="0"/>
              </a:spcAft>
              <a:buNone/>
            </a:pPr>
            <a:r>
              <a:rPr lang="en-US" sz="1600" dirty="0">
                <a:effectLst/>
                <a:latin typeface="Helvetica Neue"/>
                <a:ea typeface="Calibri" panose="020F0502020204030204" pitchFamily="34" charset="0"/>
                <a:cs typeface="Times New Roman" panose="02020603050405020304" pitchFamily="18" charset="0"/>
              </a:rPr>
              <a:t>When manager log into the system, the application will display the program’s Super Admin menu with the following options:</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Staff management with the following functions:</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Add new staff/admin account</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Edit staff information</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Display list of staffs</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Delete</a:t>
            </a:r>
            <a:r>
              <a:rPr lang="en-US" sz="1600" dirty="0">
                <a:latin typeface="Helvetica Neue"/>
                <a:ea typeface="Calibri" panose="020F0502020204030204" pitchFamily="34" charset="0"/>
                <a:cs typeface="Times New Roman" panose="02020603050405020304" pitchFamily="18" charset="0"/>
              </a:rPr>
              <a:t> staff</a:t>
            </a:r>
          </a:p>
          <a:p>
            <a:pPr marL="342900" indent="-342900" algn="just">
              <a:lnSpc>
                <a:spcPct val="115000"/>
              </a:lnSpc>
              <a:spcBef>
                <a:spcPts val="600"/>
              </a:spcBef>
              <a:buFont typeface="Helvetica Neue Light" panose="02000403000000020004"/>
              <a:buChar char="-"/>
            </a:pPr>
            <a:r>
              <a:rPr lang="en-US" sz="1600" dirty="0">
                <a:latin typeface="Helvetica Neue"/>
                <a:ea typeface="Calibri" panose="020F0502020204030204" pitchFamily="34" charset="0"/>
                <a:cs typeface="Times New Roman" panose="02020603050405020304" pitchFamily="18" charset="0"/>
              </a:rPr>
              <a:t>Category management with the following functions:</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Add new category</a:t>
            </a:r>
          </a:p>
          <a:p>
            <a:pPr lvl="1" algn="just">
              <a:lnSpc>
                <a:spcPct val="115000"/>
              </a:lnSpc>
              <a:spcBef>
                <a:spcPts val="600"/>
              </a:spcBef>
            </a:pPr>
            <a:r>
              <a:rPr lang="en-US" sz="1600" dirty="0">
                <a:effectLst/>
                <a:latin typeface="Helvetica Neue"/>
                <a:ea typeface="Calibri" panose="020F0502020204030204" pitchFamily="34" charset="0"/>
                <a:cs typeface="Times New Roman" panose="02020603050405020304" pitchFamily="18" charset="0"/>
              </a:rPr>
              <a:t>Delete category</a:t>
            </a:r>
          </a:p>
          <a:p>
            <a:pPr lvl="1" algn="just">
              <a:lnSpc>
                <a:spcPct val="115000"/>
              </a:lnSpc>
              <a:spcBef>
                <a:spcPts val="600"/>
              </a:spcBef>
            </a:pPr>
            <a:r>
              <a:rPr lang="en-US" sz="1600" dirty="0">
                <a:latin typeface="Helvetica Neue"/>
                <a:ea typeface="Calibri" panose="020F0502020204030204" pitchFamily="34" charset="0"/>
                <a:cs typeface="Times New Roman" panose="02020603050405020304" pitchFamily="18" charset="0"/>
              </a:rPr>
              <a:t>Edit category</a:t>
            </a:r>
          </a:p>
          <a:p>
            <a:pPr marL="342900" indent="-342900" algn="just">
              <a:lnSpc>
                <a:spcPct val="115000"/>
              </a:lnSpc>
              <a:spcBef>
                <a:spcPts val="600"/>
              </a:spcBef>
              <a:buFont typeface="Helvetica Neue Light" panose="02000403000000020004"/>
              <a:buChar char="-"/>
            </a:pPr>
            <a:r>
              <a:rPr lang="en-US" sz="1600" dirty="0">
                <a:effectLst/>
                <a:latin typeface="Helvetica Neue"/>
                <a:ea typeface="Calibri" panose="020F0502020204030204" pitchFamily="34" charset="0"/>
                <a:cs typeface="Times New Roman" panose="02020603050405020304" pitchFamily="18" charset="0"/>
              </a:rPr>
              <a:t>Every other options available for admin and customer menu</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4503" y="1371599"/>
            <a:ext cx="6282716" cy="4996415"/>
          </a:xfrm>
          <a:prstGeom prst="rect">
            <a:avLst/>
          </a:prstGeom>
        </p:spPr>
      </p:pic>
    </p:spTree>
    <p:extLst>
      <p:ext uri="{BB962C8B-B14F-4D97-AF65-F5344CB8AC3E}">
        <p14:creationId xmlns:p14="http://schemas.microsoft.com/office/powerpoint/2010/main" val="64644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a:t>
            </a:fld>
            <a:endParaRPr lang="en-US" dirty="0"/>
          </a:p>
        </p:txBody>
      </p:sp>
      <p:pic>
        <p:nvPicPr>
          <p:cNvPr id="9" name="Content Placeholder 8">
            <a:extLst>
              <a:ext uri="{FF2B5EF4-FFF2-40B4-BE49-F238E27FC236}">
                <a16:creationId xmlns:a16="http://schemas.microsoft.com/office/drawing/2014/main" id="{7E83D9A1-904A-89DD-D507-46A0E825C7A2}"/>
              </a:ext>
            </a:extLst>
          </p:cNvPr>
          <p:cNvPicPr>
            <a:picLocks noGrp="1" noChangeAspect="1"/>
          </p:cNvPicPr>
          <p:nvPr>
            <p:ph idx="1"/>
          </p:nvPr>
        </p:nvPicPr>
        <p:blipFill>
          <a:blip r:embed="rId3"/>
          <a:stretch>
            <a:fillRect/>
          </a:stretch>
        </p:blipFill>
        <p:spPr>
          <a:xfrm>
            <a:off x="559398" y="926876"/>
            <a:ext cx="11101891" cy="5577018"/>
          </a:xfrm>
        </p:spPr>
      </p:pic>
    </p:spTree>
    <p:extLst>
      <p:ext uri="{BB962C8B-B14F-4D97-AF65-F5344CB8AC3E}">
        <p14:creationId xmlns:p14="http://schemas.microsoft.com/office/powerpoint/2010/main" val="243151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9</a:t>
            </a:fld>
            <a:endParaRPr lang="en-US" dirty="0"/>
          </a:p>
        </p:txBody>
      </p:sp>
      <p:pic>
        <p:nvPicPr>
          <p:cNvPr id="8" name="Content Placeholder 7">
            <a:extLst>
              <a:ext uri="{FF2B5EF4-FFF2-40B4-BE49-F238E27FC236}">
                <a16:creationId xmlns:a16="http://schemas.microsoft.com/office/drawing/2014/main" id="{AD41B3EF-598A-F993-B3CB-AD2A8C6383F6}"/>
              </a:ext>
            </a:extLst>
          </p:cNvPr>
          <p:cNvPicPr>
            <a:picLocks noGrp="1" noChangeAspect="1"/>
          </p:cNvPicPr>
          <p:nvPr>
            <p:ph idx="1"/>
          </p:nvPr>
        </p:nvPicPr>
        <p:blipFill>
          <a:blip r:embed="rId3"/>
          <a:stretch>
            <a:fillRect/>
          </a:stretch>
        </p:blipFill>
        <p:spPr>
          <a:xfrm>
            <a:off x="548641" y="926876"/>
            <a:ext cx="11198710" cy="5591086"/>
          </a:xfrm>
        </p:spPr>
      </p:pic>
    </p:spTree>
    <p:extLst>
      <p:ext uri="{BB962C8B-B14F-4D97-AF65-F5344CB8AC3E}">
        <p14:creationId xmlns:p14="http://schemas.microsoft.com/office/powerpoint/2010/main" val="99725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10</a:t>
            </a:fld>
            <a:endParaRPr lang="en-US" dirty="0"/>
          </a:p>
        </p:txBody>
      </p:sp>
      <p:pic>
        <p:nvPicPr>
          <p:cNvPr id="8" name="Content Placeholder 7">
            <a:extLst>
              <a:ext uri="{FF2B5EF4-FFF2-40B4-BE49-F238E27FC236}">
                <a16:creationId xmlns:a16="http://schemas.microsoft.com/office/drawing/2014/main" id="{6859871A-53C4-C19D-1296-F1839AEC1C38}"/>
              </a:ext>
            </a:extLst>
          </p:cNvPr>
          <p:cNvPicPr>
            <a:picLocks noGrp="1" noChangeAspect="1"/>
          </p:cNvPicPr>
          <p:nvPr>
            <p:ph idx="1"/>
          </p:nvPr>
        </p:nvPicPr>
        <p:blipFill>
          <a:blip r:embed="rId3"/>
          <a:stretch>
            <a:fillRect/>
          </a:stretch>
        </p:blipFill>
        <p:spPr>
          <a:xfrm>
            <a:off x="2369716" y="1075242"/>
            <a:ext cx="7161559" cy="5280286"/>
          </a:xfrm>
        </p:spPr>
      </p:pic>
    </p:spTree>
    <p:extLst>
      <p:ext uri="{BB962C8B-B14F-4D97-AF65-F5344CB8AC3E}">
        <p14:creationId xmlns:p14="http://schemas.microsoft.com/office/powerpoint/2010/main" val="2635013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11</a:t>
            </a:fld>
            <a:endParaRPr lang="en-US" dirty="0"/>
          </a:p>
        </p:txBody>
      </p:sp>
      <p:pic>
        <p:nvPicPr>
          <p:cNvPr id="8" name="Content Placeholder 7">
            <a:extLst>
              <a:ext uri="{FF2B5EF4-FFF2-40B4-BE49-F238E27FC236}">
                <a16:creationId xmlns:a16="http://schemas.microsoft.com/office/drawing/2014/main" id="{3789C64A-BD71-C3D3-8334-EFB64FA66B11}"/>
              </a:ext>
            </a:extLst>
          </p:cNvPr>
          <p:cNvPicPr>
            <a:picLocks noGrp="1" noChangeAspect="1"/>
          </p:cNvPicPr>
          <p:nvPr>
            <p:ph idx="1"/>
          </p:nvPr>
        </p:nvPicPr>
        <p:blipFill>
          <a:blip r:embed="rId3"/>
          <a:stretch>
            <a:fillRect/>
          </a:stretch>
        </p:blipFill>
        <p:spPr>
          <a:xfrm>
            <a:off x="2890220" y="1074738"/>
            <a:ext cx="6411557" cy="5127625"/>
          </a:xfrm>
        </p:spPr>
      </p:pic>
    </p:spTree>
    <p:extLst>
      <p:ext uri="{BB962C8B-B14F-4D97-AF65-F5344CB8AC3E}">
        <p14:creationId xmlns:p14="http://schemas.microsoft.com/office/powerpoint/2010/main" val="368583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12</a:t>
            </a:fld>
            <a:endParaRPr lang="en-US" dirty="0"/>
          </a:p>
        </p:txBody>
      </p:sp>
      <p:pic>
        <p:nvPicPr>
          <p:cNvPr id="7" name="Picture 6">
            <a:extLst>
              <a:ext uri="{FF2B5EF4-FFF2-40B4-BE49-F238E27FC236}">
                <a16:creationId xmlns:a16="http://schemas.microsoft.com/office/drawing/2014/main" id="{971FB1F7-6923-AD45-BC41-9243AEACEE0A}"/>
              </a:ext>
            </a:extLst>
          </p:cNvPr>
          <p:cNvPicPr>
            <a:picLocks noChangeAspect="1"/>
          </p:cNvPicPr>
          <p:nvPr/>
        </p:nvPicPr>
        <p:blipFill>
          <a:blip r:embed="rId3"/>
          <a:stretch>
            <a:fillRect/>
          </a:stretch>
        </p:blipFill>
        <p:spPr>
          <a:xfrm>
            <a:off x="9602035" y="1295400"/>
            <a:ext cx="2133600" cy="2133600"/>
          </a:xfrm>
          <a:prstGeom prst="rect">
            <a:avLst/>
          </a:prstGeom>
        </p:spPr>
      </p:pic>
      <p:pic>
        <p:nvPicPr>
          <p:cNvPr id="11" name="Content Placeholder 10">
            <a:extLst>
              <a:ext uri="{FF2B5EF4-FFF2-40B4-BE49-F238E27FC236}">
                <a16:creationId xmlns:a16="http://schemas.microsoft.com/office/drawing/2014/main" id="{04E8F4DF-19B2-F4EF-294D-A80714EDE3C2}"/>
              </a:ext>
            </a:extLst>
          </p:cNvPr>
          <p:cNvPicPr>
            <a:picLocks noGrp="1" noChangeAspect="1"/>
          </p:cNvPicPr>
          <p:nvPr>
            <p:ph idx="1"/>
          </p:nvPr>
        </p:nvPicPr>
        <p:blipFill>
          <a:blip r:embed="rId4"/>
          <a:stretch>
            <a:fillRect/>
          </a:stretch>
        </p:blipFill>
        <p:spPr>
          <a:xfrm>
            <a:off x="1366221" y="926876"/>
            <a:ext cx="6147627" cy="5275487"/>
          </a:xfrm>
        </p:spPr>
      </p:pic>
    </p:spTree>
    <p:extLst>
      <p:ext uri="{BB962C8B-B14F-4D97-AF65-F5344CB8AC3E}">
        <p14:creationId xmlns:p14="http://schemas.microsoft.com/office/powerpoint/2010/main" val="418543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13</a:t>
            </a:fld>
            <a:endParaRPr lang="en-US" dirty="0"/>
          </a:p>
        </p:txBody>
      </p:sp>
      <p:pic>
        <p:nvPicPr>
          <p:cNvPr id="7" name="Picture 6">
            <a:extLst>
              <a:ext uri="{FF2B5EF4-FFF2-40B4-BE49-F238E27FC236}">
                <a16:creationId xmlns:a16="http://schemas.microsoft.com/office/drawing/2014/main" id="{AE3DBB23-188B-3BC0-4A61-941BF6012068}"/>
              </a:ext>
            </a:extLst>
          </p:cNvPr>
          <p:cNvPicPr>
            <a:picLocks noChangeAspect="1"/>
          </p:cNvPicPr>
          <p:nvPr/>
        </p:nvPicPr>
        <p:blipFill>
          <a:blip r:embed="rId3"/>
          <a:stretch>
            <a:fillRect/>
          </a:stretch>
        </p:blipFill>
        <p:spPr>
          <a:xfrm>
            <a:off x="125439" y="4179082"/>
            <a:ext cx="4149930" cy="2327861"/>
          </a:xfrm>
          <a:prstGeom prst="rect">
            <a:avLst/>
          </a:prstGeom>
        </p:spPr>
      </p:pic>
      <p:pic>
        <p:nvPicPr>
          <p:cNvPr id="11" name="Content Placeholder 10">
            <a:extLst>
              <a:ext uri="{FF2B5EF4-FFF2-40B4-BE49-F238E27FC236}">
                <a16:creationId xmlns:a16="http://schemas.microsoft.com/office/drawing/2014/main" id="{182AA92A-D9A0-6471-FC55-B04BB954B881}"/>
              </a:ext>
            </a:extLst>
          </p:cNvPr>
          <p:cNvPicPr>
            <a:picLocks noGrp="1" noChangeAspect="1"/>
          </p:cNvPicPr>
          <p:nvPr>
            <p:ph idx="1"/>
          </p:nvPr>
        </p:nvPicPr>
        <p:blipFill>
          <a:blip r:embed="rId4"/>
          <a:stretch>
            <a:fillRect/>
          </a:stretch>
        </p:blipFill>
        <p:spPr>
          <a:xfrm>
            <a:off x="3968156" y="1074738"/>
            <a:ext cx="4255688" cy="5127625"/>
          </a:xfrm>
        </p:spPr>
      </p:pic>
    </p:spTree>
    <p:extLst>
      <p:ext uri="{BB962C8B-B14F-4D97-AF65-F5344CB8AC3E}">
        <p14:creationId xmlns:p14="http://schemas.microsoft.com/office/powerpoint/2010/main" val="1002067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14</a:t>
            </a:fld>
            <a:endParaRPr lang="en-US" dirty="0"/>
          </a:p>
        </p:txBody>
      </p:sp>
      <p:pic>
        <p:nvPicPr>
          <p:cNvPr id="7" name="Picture 6">
            <a:extLst>
              <a:ext uri="{FF2B5EF4-FFF2-40B4-BE49-F238E27FC236}">
                <a16:creationId xmlns:a16="http://schemas.microsoft.com/office/drawing/2014/main" id="{5FB0E3CB-A020-7709-BC90-E24A72BABE49}"/>
              </a:ext>
            </a:extLst>
          </p:cNvPr>
          <p:cNvPicPr>
            <a:picLocks noChangeAspect="1"/>
          </p:cNvPicPr>
          <p:nvPr/>
        </p:nvPicPr>
        <p:blipFill>
          <a:blip r:embed="rId3"/>
          <a:stretch>
            <a:fillRect/>
          </a:stretch>
        </p:blipFill>
        <p:spPr>
          <a:xfrm>
            <a:off x="0" y="855130"/>
            <a:ext cx="3222983" cy="2374454"/>
          </a:xfrm>
          <a:prstGeom prst="rect">
            <a:avLst/>
          </a:prstGeom>
        </p:spPr>
      </p:pic>
      <p:pic>
        <p:nvPicPr>
          <p:cNvPr id="11" name="Content Placeholder 10">
            <a:extLst>
              <a:ext uri="{FF2B5EF4-FFF2-40B4-BE49-F238E27FC236}">
                <a16:creationId xmlns:a16="http://schemas.microsoft.com/office/drawing/2014/main" id="{3E4E3F61-51D4-8898-0F7D-01082792E8DE}"/>
              </a:ext>
            </a:extLst>
          </p:cNvPr>
          <p:cNvPicPr>
            <a:picLocks noGrp="1" noChangeAspect="1"/>
          </p:cNvPicPr>
          <p:nvPr>
            <p:ph idx="1"/>
          </p:nvPr>
        </p:nvPicPr>
        <p:blipFill>
          <a:blip r:embed="rId4"/>
          <a:stretch>
            <a:fillRect/>
          </a:stretch>
        </p:blipFill>
        <p:spPr>
          <a:xfrm>
            <a:off x="3532187" y="1074738"/>
            <a:ext cx="5127625" cy="5127625"/>
          </a:xfrm>
        </p:spPr>
      </p:pic>
    </p:spTree>
    <p:extLst>
      <p:ext uri="{BB962C8B-B14F-4D97-AF65-F5344CB8AC3E}">
        <p14:creationId xmlns:p14="http://schemas.microsoft.com/office/powerpoint/2010/main" val="122269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15</a:t>
            </a:fld>
            <a:endParaRPr lang="en-US" dirty="0"/>
          </a:p>
        </p:txBody>
      </p:sp>
      <p:pic>
        <p:nvPicPr>
          <p:cNvPr id="7" name="Picture 6">
            <a:extLst>
              <a:ext uri="{FF2B5EF4-FFF2-40B4-BE49-F238E27FC236}">
                <a16:creationId xmlns:a16="http://schemas.microsoft.com/office/drawing/2014/main" id="{64E267BC-192F-0B3C-5779-048274035F5F}"/>
              </a:ext>
            </a:extLst>
          </p:cNvPr>
          <p:cNvPicPr>
            <a:picLocks noChangeAspect="1"/>
          </p:cNvPicPr>
          <p:nvPr/>
        </p:nvPicPr>
        <p:blipFill>
          <a:blip r:embed="rId3"/>
          <a:stretch>
            <a:fillRect/>
          </a:stretch>
        </p:blipFill>
        <p:spPr>
          <a:xfrm>
            <a:off x="8752897" y="4611951"/>
            <a:ext cx="2726988" cy="1982748"/>
          </a:xfrm>
          <a:prstGeom prst="rect">
            <a:avLst/>
          </a:prstGeom>
        </p:spPr>
      </p:pic>
      <p:pic>
        <p:nvPicPr>
          <p:cNvPr id="11" name="Content Placeholder 10">
            <a:extLst>
              <a:ext uri="{FF2B5EF4-FFF2-40B4-BE49-F238E27FC236}">
                <a16:creationId xmlns:a16="http://schemas.microsoft.com/office/drawing/2014/main" id="{52D4D240-EC4F-7EE3-CC7A-FF7A77373079}"/>
              </a:ext>
            </a:extLst>
          </p:cNvPr>
          <p:cNvPicPr>
            <a:picLocks noGrp="1" noChangeAspect="1"/>
          </p:cNvPicPr>
          <p:nvPr>
            <p:ph idx="1"/>
          </p:nvPr>
        </p:nvPicPr>
        <p:blipFill>
          <a:blip r:embed="rId4"/>
          <a:stretch>
            <a:fillRect/>
          </a:stretch>
        </p:blipFill>
        <p:spPr>
          <a:xfrm>
            <a:off x="1523166" y="1074738"/>
            <a:ext cx="5810864" cy="5127625"/>
          </a:xfrm>
        </p:spPr>
      </p:pic>
    </p:spTree>
    <p:extLst>
      <p:ext uri="{BB962C8B-B14F-4D97-AF65-F5344CB8AC3E}">
        <p14:creationId xmlns:p14="http://schemas.microsoft.com/office/powerpoint/2010/main" val="73496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16</a:t>
            </a:fld>
            <a:endParaRPr lang="en-US" dirty="0"/>
          </a:p>
        </p:txBody>
      </p:sp>
      <p:pic>
        <p:nvPicPr>
          <p:cNvPr id="10" name="Content Placeholder 9">
            <a:extLst>
              <a:ext uri="{FF2B5EF4-FFF2-40B4-BE49-F238E27FC236}">
                <a16:creationId xmlns:a16="http://schemas.microsoft.com/office/drawing/2014/main" id="{65C7526C-6191-72E4-6138-36041EAFAD46}"/>
              </a:ext>
            </a:extLst>
          </p:cNvPr>
          <p:cNvPicPr>
            <a:picLocks noGrp="1" noChangeAspect="1"/>
          </p:cNvPicPr>
          <p:nvPr>
            <p:ph idx="1"/>
          </p:nvPr>
        </p:nvPicPr>
        <p:blipFill>
          <a:blip r:embed="rId3"/>
          <a:stretch>
            <a:fillRect/>
          </a:stretch>
        </p:blipFill>
        <p:spPr>
          <a:xfrm>
            <a:off x="3046206" y="1151572"/>
            <a:ext cx="6099586" cy="5127625"/>
          </a:xfrm>
        </p:spPr>
      </p:pic>
    </p:spTree>
    <p:extLst>
      <p:ext uri="{BB962C8B-B14F-4D97-AF65-F5344CB8AC3E}">
        <p14:creationId xmlns:p14="http://schemas.microsoft.com/office/powerpoint/2010/main" val="130695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17</a:t>
            </a:fld>
            <a:endParaRPr lang="en-US" dirty="0"/>
          </a:p>
        </p:txBody>
      </p:sp>
      <p:pic>
        <p:nvPicPr>
          <p:cNvPr id="10" name="Content Placeholder 9">
            <a:extLst>
              <a:ext uri="{FF2B5EF4-FFF2-40B4-BE49-F238E27FC236}">
                <a16:creationId xmlns:a16="http://schemas.microsoft.com/office/drawing/2014/main" id="{1D1BB4C0-72A9-F672-1524-8592EDAC1E0D}"/>
              </a:ext>
            </a:extLst>
          </p:cNvPr>
          <p:cNvPicPr>
            <a:picLocks noGrp="1" noChangeAspect="1"/>
          </p:cNvPicPr>
          <p:nvPr>
            <p:ph idx="1"/>
          </p:nvPr>
        </p:nvPicPr>
        <p:blipFill>
          <a:blip r:embed="rId3"/>
          <a:stretch>
            <a:fillRect/>
          </a:stretch>
        </p:blipFill>
        <p:spPr>
          <a:xfrm>
            <a:off x="2379592" y="1074738"/>
            <a:ext cx="7412019" cy="5127625"/>
          </a:xfrm>
        </p:spPr>
      </p:pic>
    </p:spTree>
    <p:extLst>
      <p:ext uri="{BB962C8B-B14F-4D97-AF65-F5344CB8AC3E}">
        <p14:creationId xmlns:p14="http://schemas.microsoft.com/office/powerpoint/2010/main" val="1217578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18</a:t>
            </a:fld>
            <a:endParaRPr lang="en-US" dirty="0"/>
          </a:p>
        </p:txBody>
      </p:sp>
      <p:pic>
        <p:nvPicPr>
          <p:cNvPr id="10" name="Content Placeholder 9">
            <a:extLst>
              <a:ext uri="{FF2B5EF4-FFF2-40B4-BE49-F238E27FC236}">
                <a16:creationId xmlns:a16="http://schemas.microsoft.com/office/drawing/2014/main" id="{5105C70A-F7C4-A40F-D430-D627E0C94A9F}"/>
              </a:ext>
            </a:extLst>
          </p:cNvPr>
          <p:cNvPicPr>
            <a:picLocks noGrp="1" noChangeAspect="1"/>
          </p:cNvPicPr>
          <p:nvPr>
            <p:ph idx="1"/>
          </p:nvPr>
        </p:nvPicPr>
        <p:blipFill>
          <a:blip r:embed="rId3"/>
          <a:stretch>
            <a:fillRect/>
          </a:stretch>
        </p:blipFill>
        <p:spPr>
          <a:xfrm>
            <a:off x="3571539" y="1074738"/>
            <a:ext cx="5787613" cy="5127625"/>
          </a:xfrm>
        </p:spPr>
      </p:pic>
    </p:spTree>
    <p:extLst>
      <p:ext uri="{BB962C8B-B14F-4D97-AF65-F5344CB8AC3E}">
        <p14:creationId xmlns:p14="http://schemas.microsoft.com/office/powerpoint/2010/main" val="2390611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19</a:t>
            </a:fld>
            <a:endParaRPr lang="en-US" dirty="0"/>
          </a:p>
        </p:txBody>
      </p:sp>
      <p:pic>
        <p:nvPicPr>
          <p:cNvPr id="8" name="Content Placeholder 7">
            <a:extLst>
              <a:ext uri="{FF2B5EF4-FFF2-40B4-BE49-F238E27FC236}">
                <a16:creationId xmlns:a16="http://schemas.microsoft.com/office/drawing/2014/main" id="{EB0DACD4-DD7F-9EE6-26D2-E7AB609C6EA6}"/>
              </a:ext>
            </a:extLst>
          </p:cNvPr>
          <p:cNvPicPr>
            <a:picLocks noGrp="1" noChangeAspect="1"/>
          </p:cNvPicPr>
          <p:nvPr>
            <p:ph idx="1"/>
          </p:nvPr>
        </p:nvPicPr>
        <p:blipFill>
          <a:blip r:embed="rId3"/>
          <a:stretch>
            <a:fillRect/>
          </a:stretch>
        </p:blipFill>
        <p:spPr>
          <a:xfrm>
            <a:off x="3255980" y="1161827"/>
            <a:ext cx="5680038" cy="5152912"/>
          </a:xfrm>
        </p:spPr>
      </p:pic>
    </p:spTree>
    <p:extLst>
      <p:ext uri="{BB962C8B-B14F-4D97-AF65-F5344CB8AC3E}">
        <p14:creationId xmlns:p14="http://schemas.microsoft.com/office/powerpoint/2010/main" val="10462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20</a:t>
            </a:fld>
            <a:endParaRPr lang="en-US" dirty="0"/>
          </a:p>
        </p:txBody>
      </p:sp>
      <p:pic>
        <p:nvPicPr>
          <p:cNvPr id="10" name="Content Placeholder 9">
            <a:extLst>
              <a:ext uri="{FF2B5EF4-FFF2-40B4-BE49-F238E27FC236}">
                <a16:creationId xmlns:a16="http://schemas.microsoft.com/office/drawing/2014/main" id="{565B875C-CEAD-848A-4463-29BED1E627F0}"/>
              </a:ext>
            </a:extLst>
          </p:cNvPr>
          <p:cNvPicPr>
            <a:picLocks noGrp="1" noChangeAspect="1"/>
          </p:cNvPicPr>
          <p:nvPr>
            <p:ph idx="1"/>
          </p:nvPr>
        </p:nvPicPr>
        <p:blipFill>
          <a:blip r:embed="rId3"/>
          <a:stretch>
            <a:fillRect/>
          </a:stretch>
        </p:blipFill>
        <p:spPr>
          <a:xfrm>
            <a:off x="2987400" y="1151572"/>
            <a:ext cx="6196404" cy="5127625"/>
          </a:xfrm>
        </p:spPr>
      </p:pic>
    </p:spTree>
    <p:extLst>
      <p:ext uri="{BB962C8B-B14F-4D97-AF65-F5344CB8AC3E}">
        <p14:creationId xmlns:p14="http://schemas.microsoft.com/office/powerpoint/2010/main" val="291747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21</a:t>
            </a:fld>
            <a:endParaRPr lang="en-US" dirty="0"/>
          </a:p>
        </p:txBody>
      </p:sp>
      <p:pic>
        <p:nvPicPr>
          <p:cNvPr id="10" name="Content Placeholder 9">
            <a:extLst>
              <a:ext uri="{FF2B5EF4-FFF2-40B4-BE49-F238E27FC236}">
                <a16:creationId xmlns:a16="http://schemas.microsoft.com/office/drawing/2014/main" id="{71ED601B-DD03-4907-DFB9-F0806F2461BE}"/>
              </a:ext>
            </a:extLst>
          </p:cNvPr>
          <p:cNvPicPr>
            <a:picLocks noGrp="1" noChangeAspect="1"/>
          </p:cNvPicPr>
          <p:nvPr>
            <p:ph idx="1"/>
          </p:nvPr>
        </p:nvPicPr>
        <p:blipFill>
          <a:blip r:embed="rId3"/>
          <a:stretch>
            <a:fillRect/>
          </a:stretch>
        </p:blipFill>
        <p:spPr>
          <a:xfrm>
            <a:off x="3041188" y="1151572"/>
            <a:ext cx="6088828" cy="5127625"/>
          </a:xfrm>
        </p:spPr>
      </p:pic>
    </p:spTree>
    <p:extLst>
      <p:ext uri="{BB962C8B-B14F-4D97-AF65-F5344CB8AC3E}">
        <p14:creationId xmlns:p14="http://schemas.microsoft.com/office/powerpoint/2010/main" val="131529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22</a:t>
            </a:fld>
            <a:endParaRPr lang="en-US" dirty="0"/>
          </a:p>
        </p:txBody>
      </p:sp>
      <p:pic>
        <p:nvPicPr>
          <p:cNvPr id="10" name="Content Placeholder 9">
            <a:extLst>
              <a:ext uri="{FF2B5EF4-FFF2-40B4-BE49-F238E27FC236}">
                <a16:creationId xmlns:a16="http://schemas.microsoft.com/office/drawing/2014/main" id="{F4AB977A-E2C1-54FF-2C67-DE744DDE12E8}"/>
              </a:ext>
            </a:extLst>
          </p:cNvPr>
          <p:cNvPicPr>
            <a:picLocks noGrp="1" noChangeAspect="1"/>
          </p:cNvPicPr>
          <p:nvPr>
            <p:ph idx="1"/>
          </p:nvPr>
        </p:nvPicPr>
        <p:blipFill>
          <a:blip r:embed="rId3"/>
          <a:stretch>
            <a:fillRect/>
          </a:stretch>
        </p:blipFill>
        <p:spPr>
          <a:xfrm>
            <a:off x="2874083" y="1151572"/>
            <a:ext cx="6443831" cy="5127625"/>
          </a:xfrm>
        </p:spPr>
      </p:pic>
    </p:spTree>
    <p:extLst>
      <p:ext uri="{BB962C8B-B14F-4D97-AF65-F5344CB8AC3E}">
        <p14:creationId xmlns:p14="http://schemas.microsoft.com/office/powerpoint/2010/main" val="409878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23</a:t>
            </a:fld>
            <a:endParaRPr lang="en-US" dirty="0"/>
          </a:p>
        </p:txBody>
      </p:sp>
      <p:pic>
        <p:nvPicPr>
          <p:cNvPr id="10" name="Content Placeholder 9">
            <a:extLst>
              <a:ext uri="{FF2B5EF4-FFF2-40B4-BE49-F238E27FC236}">
                <a16:creationId xmlns:a16="http://schemas.microsoft.com/office/drawing/2014/main" id="{6949322F-942F-A87F-42EF-C03FD40BBE7D}"/>
              </a:ext>
            </a:extLst>
          </p:cNvPr>
          <p:cNvPicPr>
            <a:picLocks noGrp="1" noChangeAspect="1"/>
          </p:cNvPicPr>
          <p:nvPr>
            <p:ph idx="1"/>
          </p:nvPr>
        </p:nvPicPr>
        <p:blipFill>
          <a:blip r:embed="rId3"/>
          <a:stretch>
            <a:fillRect/>
          </a:stretch>
        </p:blipFill>
        <p:spPr>
          <a:xfrm>
            <a:off x="1947135" y="1074738"/>
            <a:ext cx="7939144" cy="5127625"/>
          </a:xfrm>
        </p:spPr>
      </p:pic>
    </p:spTree>
    <p:extLst>
      <p:ext uri="{BB962C8B-B14F-4D97-AF65-F5344CB8AC3E}">
        <p14:creationId xmlns:p14="http://schemas.microsoft.com/office/powerpoint/2010/main" val="334417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24</a:t>
            </a:fld>
            <a:endParaRPr lang="en-US" dirty="0"/>
          </a:p>
        </p:txBody>
      </p:sp>
      <p:pic>
        <p:nvPicPr>
          <p:cNvPr id="10" name="Content Placeholder 9">
            <a:extLst>
              <a:ext uri="{FF2B5EF4-FFF2-40B4-BE49-F238E27FC236}">
                <a16:creationId xmlns:a16="http://schemas.microsoft.com/office/drawing/2014/main" id="{6F9E0EBB-0F01-3F71-EA72-1D91732D743E}"/>
              </a:ext>
            </a:extLst>
          </p:cNvPr>
          <p:cNvPicPr>
            <a:picLocks noGrp="1" noChangeAspect="1"/>
          </p:cNvPicPr>
          <p:nvPr>
            <p:ph idx="1"/>
          </p:nvPr>
        </p:nvPicPr>
        <p:blipFill>
          <a:blip r:embed="rId3"/>
          <a:stretch>
            <a:fillRect/>
          </a:stretch>
        </p:blipFill>
        <p:spPr>
          <a:xfrm>
            <a:off x="3196813" y="1097281"/>
            <a:ext cx="5798372" cy="5325034"/>
          </a:xfrm>
        </p:spPr>
      </p:pic>
    </p:spTree>
    <p:extLst>
      <p:ext uri="{BB962C8B-B14F-4D97-AF65-F5344CB8AC3E}">
        <p14:creationId xmlns:p14="http://schemas.microsoft.com/office/powerpoint/2010/main" val="403147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25</a:t>
            </a:fld>
            <a:endParaRPr lang="en-US" dirty="0"/>
          </a:p>
        </p:txBody>
      </p:sp>
      <p:pic>
        <p:nvPicPr>
          <p:cNvPr id="10" name="Content Placeholder 9">
            <a:extLst>
              <a:ext uri="{FF2B5EF4-FFF2-40B4-BE49-F238E27FC236}">
                <a16:creationId xmlns:a16="http://schemas.microsoft.com/office/drawing/2014/main" id="{BE28822A-BE75-88E4-E83A-F36394043A65}"/>
              </a:ext>
            </a:extLst>
          </p:cNvPr>
          <p:cNvPicPr>
            <a:picLocks noGrp="1" noChangeAspect="1"/>
          </p:cNvPicPr>
          <p:nvPr>
            <p:ph idx="1"/>
          </p:nvPr>
        </p:nvPicPr>
        <p:blipFill>
          <a:blip r:embed="rId3"/>
          <a:stretch>
            <a:fillRect/>
          </a:stretch>
        </p:blipFill>
        <p:spPr>
          <a:xfrm>
            <a:off x="2624866" y="1074738"/>
            <a:ext cx="6626709" cy="5127625"/>
          </a:xfrm>
        </p:spPr>
      </p:pic>
    </p:spTree>
    <p:extLst>
      <p:ext uri="{BB962C8B-B14F-4D97-AF65-F5344CB8AC3E}">
        <p14:creationId xmlns:p14="http://schemas.microsoft.com/office/powerpoint/2010/main" val="512842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26</a:t>
            </a:fld>
            <a:endParaRPr lang="en-US" dirty="0"/>
          </a:p>
        </p:txBody>
      </p:sp>
      <p:pic>
        <p:nvPicPr>
          <p:cNvPr id="10" name="Content Placeholder 9">
            <a:extLst>
              <a:ext uri="{FF2B5EF4-FFF2-40B4-BE49-F238E27FC236}">
                <a16:creationId xmlns:a16="http://schemas.microsoft.com/office/drawing/2014/main" id="{1F8BD0CE-B8C1-8467-5F66-E906BD1AF0E7}"/>
              </a:ext>
            </a:extLst>
          </p:cNvPr>
          <p:cNvPicPr>
            <a:picLocks noGrp="1" noChangeAspect="1"/>
          </p:cNvPicPr>
          <p:nvPr>
            <p:ph idx="1"/>
          </p:nvPr>
        </p:nvPicPr>
        <p:blipFill>
          <a:blip r:embed="rId3"/>
          <a:stretch>
            <a:fillRect/>
          </a:stretch>
        </p:blipFill>
        <p:spPr>
          <a:xfrm>
            <a:off x="3352799" y="1158606"/>
            <a:ext cx="5486399" cy="5127625"/>
          </a:xfrm>
        </p:spPr>
      </p:pic>
    </p:spTree>
    <p:extLst>
      <p:ext uri="{BB962C8B-B14F-4D97-AF65-F5344CB8AC3E}">
        <p14:creationId xmlns:p14="http://schemas.microsoft.com/office/powerpoint/2010/main" val="204990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27</a:t>
            </a:fld>
            <a:endParaRPr lang="en-US" dirty="0"/>
          </a:p>
        </p:txBody>
      </p:sp>
      <p:pic>
        <p:nvPicPr>
          <p:cNvPr id="10" name="Content Placeholder 9">
            <a:extLst>
              <a:ext uri="{FF2B5EF4-FFF2-40B4-BE49-F238E27FC236}">
                <a16:creationId xmlns:a16="http://schemas.microsoft.com/office/drawing/2014/main" id="{F9C1FAB4-C795-4B4D-EF71-F235AB2EB0E3}"/>
              </a:ext>
            </a:extLst>
          </p:cNvPr>
          <p:cNvPicPr>
            <a:picLocks noGrp="1" noChangeAspect="1"/>
          </p:cNvPicPr>
          <p:nvPr>
            <p:ph idx="1"/>
          </p:nvPr>
        </p:nvPicPr>
        <p:blipFill>
          <a:blip r:embed="rId3"/>
          <a:stretch>
            <a:fillRect/>
          </a:stretch>
        </p:blipFill>
        <p:spPr>
          <a:xfrm>
            <a:off x="2777625" y="1074738"/>
            <a:ext cx="6615953" cy="5127625"/>
          </a:xfrm>
        </p:spPr>
      </p:pic>
    </p:spTree>
    <p:extLst>
      <p:ext uri="{BB962C8B-B14F-4D97-AF65-F5344CB8AC3E}">
        <p14:creationId xmlns:p14="http://schemas.microsoft.com/office/powerpoint/2010/main" val="213226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28</a:t>
            </a:fld>
            <a:endParaRPr lang="en-US" dirty="0"/>
          </a:p>
        </p:txBody>
      </p:sp>
      <p:pic>
        <p:nvPicPr>
          <p:cNvPr id="10" name="Content Placeholder 9">
            <a:extLst>
              <a:ext uri="{FF2B5EF4-FFF2-40B4-BE49-F238E27FC236}">
                <a16:creationId xmlns:a16="http://schemas.microsoft.com/office/drawing/2014/main" id="{4E85B189-50F1-D3DE-7CC7-461A731258B8}"/>
              </a:ext>
            </a:extLst>
          </p:cNvPr>
          <p:cNvPicPr>
            <a:picLocks noGrp="1" noChangeAspect="1"/>
          </p:cNvPicPr>
          <p:nvPr>
            <p:ph idx="1"/>
          </p:nvPr>
        </p:nvPicPr>
        <p:blipFill>
          <a:blip r:embed="rId3"/>
          <a:stretch>
            <a:fillRect/>
          </a:stretch>
        </p:blipFill>
        <p:spPr>
          <a:xfrm>
            <a:off x="3259567" y="1074738"/>
            <a:ext cx="5615492" cy="5127625"/>
          </a:xfrm>
        </p:spPr>
      </p:pic>
    </p:spTree>
    <p:extLst>
      <p:ext uri="{BB962C8B-B14F-4D97-AF65-F5344CB8AC3E}">
        <p14:creationId xmlns:p14="http://schemas.microsoft.com/office/powerpoint/2010/main" val="1690616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29</a:t>
            </a:fld>
            <a:endParaRPr lang="en-US" dirty="0"/>
          </a:p>
        </p:txBody>
      </p:sp>
      <p:pic>
        <p:nvPicPr>
          <p:cNvPr id="10" name="Content Placeholder 9">
            <a:extLst>
              <a:ext uri="{FF2B5EF4-FFF2-40B4-BE49-F238E27FC236}">
                <a16:creationId xmlns:a16="http://schemas.microsoft.com/office/drawing/2014/main" id="{496C4FF4-CCBB-9A22-FA38-9FC4AD49C6B8}"/>
              </a:ext>
            </a:extLst>
          </p:cNvPr>
          <p:cNvPicPr>
            <a:picLocks noGrp="1" noChangeAspect="1"/>
          </p:cNvPicPr>
          <p:nvPr>
            <p:ph idx="1"/>
          </p:nvPr>
        </p:nvPicPr>
        <p:blipFill>
          <a:blip r:embed="rId3"/>
          <a:stretch>
            <a:fillRect/>
          </a:stretch>
        </p:blipFill>
        <p:spPr>
          <a:xfrm>
            <a:off x="2312894" y="1074738"/>
            <a:ext cx="7433533" cy="5127625"/>
          </a:xfrm>
        </p:spPr>
      </p:pic>
    </p:spTree>
    <p:extLst>
      <p:ext uri="{BB962C8B-B14F-4D97-AF65-F5344CB8AC3E}">
        <p14:creationId xmlns:p14="http://schemas.microsoft.com/office/powerpoint/2010/main" val="1365549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Activity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30</a:t>
            </a:fld>
            <a:endParaRPr lang="en-US" dirty="0"/>
          </a:p>
        </p:txBody>
      </p:sp>
      <p:pic>
        <p:nvPicPr>
          <p:cNvPr id="10" name="Content Placeholder 9">
            <a:extLst>
              <a:ext uri="{FF2B5EF4-FFF2-40B4-BE49-F238E27FC236}">
                <a16:creationId xmlns:a16="http://schemas.microsoft.com/office/drawing/2014/main" id="{B7DF0913-7430-FFFF-DDD9-6C449A4D1CDA}"/>
              </a:ext>
            </a:extLst>
          </p:cNvPr>
          <p:cNvPicPr>
            <a:picLocks noGrp="1" noChangeAspect="1"/>
          </p:cNvPicPr>
          <p:nvPr>
            <p:ph idx="1"/>
          </p:nvPr>
        </p:nvPicPr>
        <p:blipFill>
          <a:blip r:embed="rId3"/>
          <a:stretch>
            <a:fillRect/>
          </a:stretch>
        </p:blipFill>
        <p:spPr>
          <a:xfrm>
            <a:off x="2420471" y="1158606"/>
            <a:ext cx="7035501" cy="5127625"/>
          </a:xfrm>
        </p:spPr>
      </p:pic>
    </p:spTree>
    <p:extLst>
      <p:ext uri="{BB962C8B-B14F-4D97-AF65-F5344CB8AC3E}">
        <p14:creationId xmlns:p14="http://schemas.microsoft.com/office/powerpoint/2010/main" val="118649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31</a:t>
            </a:fld>
            <a:endParaRPr lang="en-US" dirty="0"/>
          </a:p>
        </p:txBody>
      </p:sp>
      <p:pic>
        <p:nvPicPr>
          <p:cNvPr id="9" name="Content Placeholder 8">
            <a:extLst>
              <a:ext uri="{FF2B5EF4-FFF2-40B4-BE49-F238E27FC236}">
                <a16:creationId xmlns:a16="http://schemas.microsoft.com/office/drawing/2014/main" id="{CF9DF104-83DB-9EB9-CDB5-BA6AC9B72360}"/>
              </a:ext>
            </a:extLst>
          </p:cNvPr>
          <p:cNvPicPr>
            <a:picLocks noGrp="1" noChangeAspect="1"/>
          </p:cNvPicPr>
          <p:nvPr>
            <p:ph idx="1"/>
          </p:nvPr>
        </p:nvPicPr>
        <p:blipFill>
          <a:blip r:embed="rId3"/>
          <a:stretch>
            <a:fillRect/>
          </a:stretch>
        </p:blipFill>
        <p:spPr>
          <a:xfrm>
            <a:off x="505610" y="926876"/>
            <a:ext cx="11263256" cy="5591086"/>
          </a:xfrm>
        </p:spPr>
      </p:pic>
    </p:spTree>
    <p:extLst>
      <p:ext uri="{BB962C8B-B14F-4D97-AF65-F5344CB8AC3E}">
        <p14:creationId xmlns:p14="http://schemas.microsoft.com/office/powerpoint/2010/main" val="1512216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32</a:t>
            </a:fld>
            <a:endParaRPr lang="en-US" dirty="0"/>
          </a:p>
        </p:txBody>
      </p:sp>
      <p:pic>
        <p:nvPicPr>
          <p:cNvPr id="10" name="Content Placeholder 9">
            <a:extLst>
              <a:ext uri="{FF2B5EF4-FFF2-40B4-BE49-F238E27FC236}">
                <a16:creationId xmlns:a16="http://schemas.microsoft.com/office/drawing/2014/main" id="{A7EF8AF6-AF35-D195-5AD2-71DFADF912EB}"/>
              </a:ext>
            </a:extLst>
          </p:cNvPr>
          <p:cNvPicPr>
            <a:picLocks noGrp="1" noChangeAspect="1"/>
          </p:cNvPicPr>
          <p:nvPr>
            <p:ph idx="1"/>
          </p:nvPr>
        </p:nvPicPr>
        <p:blipFill rotWithShape="1">
          <a:blip r:embed="rId3"/>
          <a:srcRect l="106" r="-106"/>
          <a:stretch/>
        </p:blipFill>
        <p:spPr>
          <a:xfrm>
            <a:off x="473335" y="926876"/>
            <a:ext cx="11263257" cy="5591086"/>
          </a:xfrm>
        </p:spPr>
      </p:pic>
    </p:spTree>
    <p:extLst>
      <p:ext uri="{BB962C8B-B14F-4D97-AF65-F5344CB8AC3E}">
        <p14:creationId xmlns:p14="http://schemas.microsoft.com/office/powerpoint/2010/main" val="189324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33</a:t>
            </a:fld>
            <a:endParaRPr lang="en-US" dirty="0"/>
          </a:p>
        </p:txBody>
      </p:sp>
      <p:pic>
        <p:nvPicPr>
          <p:cNvPr id="9" name="Content Placeholder 8">
            <a:extLst>
              <a:ext uri="{FF2B5EF4-FFF2-40B4-BE49-F238E27FC236}">
                <a16:creationId xmlns:a16="http://schemas.microsoft.com/office/drawing/2014/main" id="{F2BF596D-18EF-2619-D98D-9C6AE8CD3894}"/>
              </a:ext>
            </a:extLst>
          </p:cNvPr>
          <p:cNvPicPr>
            <a:picLocks noGrp="1" noChangeAspect="1"/>
          </p:cNvPicPr>
          <p:nvPr>
            <p:ph idx="1"/>
          </p:nvPr>
        </p:nvPicPr>
        <p:blipFill>
          <a:blip r:embed="rId3"/>
          <a:stretch>
            <a:fillRect/>
          </a:stretch>
        </p:blipFill>
        <p:spPr>
          <a:xfrm>
            <a:off x="494853" y="926876"/>
            <a:ext cx="11252498" cy="5577018"/>
          </a:xfrm>
        </p:spPr>
      </p:pic>
    </p:spTree>
    <p:extLst>
      <p:ext uri="{BB962C8B-B14F-4D97-AF65-F5344CB8AC3E}">
        <p14:creationId xmlns:p14="http://schemas.microsoft.com/office/powerpoint/2010/main" val="3559109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34</a:t>
            </a:fld>
            <a:endParaRPr lang="en-US" dirty="0"/>
          </a:p>
        </p:txBody>
      </p:sp>
      <p:pic>
        <p:nvPicPr>
          <p:cNvPr id="17" name="Content Placeholder 16">
            <a:extLst>
              <a:ext uri="{FF2B5EF4-FFF2-40B4-BE49-F238E27FC236}">
                <a16:creationId xmlns:a16="http://schemas.microsoft.com/office/drawing/2014/main" id="{4DC652B2-64F4-C653-09DF-39AE46C0DE3B}"/>
              </a:ext>
            </a:extLst>
          </p:cNvPr>
          <p:cNvPicPr>
            <a:picLocks noGrp="1" noChangeAspect="1"/>
          </p:cNvPicPr>
          <p:nvPr>
            <p:ph idx="1"/>
          </p:nvPr>
        </p:nvPicPr>
        <p:blipFill>
          <a:blip r:embed="rId3"/>
          <a:stretch>
            <a:fillRect/>
          </a:stretch>
        </p:blipFill>
        <p:spPr>
          <a:xfrm>
            <a:off x="537883" y="926877"/>
            <a:ext cx="11187952" cy="5577018"/>
          </a:xfrm>
        </p:spPr>
      </p:pic>
    </p:spTree>
    <p:extLst>
      <p:ext uri="{BB962C8B-B14F-4D97-AF65-F5344CB8AC3E}">
        <p14:creationId xmlns:p14="http://schemas.microsoft.com/office/powerpoint/2010/main" val="1956415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35</a:t>
            </a:fld>
            <a:endParaRPr lang="en-US" dirty="0"/>
          </a:p>
        </p:txBody>
      </p:sp>
      <p:pic>
        <p:nvPicPr>
          <p:cNvPr id="9" name="Content Placeholder 8">
            <a:extLst>
              <a:ext uri="{FF2B5EF4-FFF2-40B4-BE49-F238E27FC236}">
                <a16:creationId xmlns:a16="http://schemas.microsoft.com/office/drawing/2014/main" id="{66B2FFF5-59F5-40F3-B647-60A96E2FD107}"/>
              </a:ext>
            </a:extLst>
          </p:cNvPr>
          <p:cNvPicPr>
            <a:picLocks noGrp="1" noChangeAspect="1"/>
          </p:cNvPicPr>
          <p:nvPr>
            <p:ph idx="1"/>
          </p:nvPr>
        </p:nvPicPr>
        <p:blipFill>
          <a:blip r:embed="rId3"/>
          <a:stretch>
            <a:fillRect/>
          </a:stretch>
        </p:blipFill>
        <p:spPr>
          <a:xfrm>
            <a:off x="494851" y="926876"/>
            <a:ext cx="11230983" cy="5577018"/>
          </a:xfrm>
        </p:spPr>
      </p:pic>
    </p:spTree>
    <p:extLst>
      <p:ext uri="{BB962C8B-B14F-4D97-AF65-F5344CB8AC3E}">
        <p14:creationId xmlns:p14="http://schemas.microsoft.com/office/powerpoint/2010/main" val="3702327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36</a:t>
            </a:fld>
            <a:endParaRPr lang="en-US" dirty="0"/>
          </a:p>
        </p:txBody>
      </p:sp>
      <p:pic>
        <p:nvPicPr>
          <p:cNvPr id="9" name="Content Placeholder 8">
            <a:extLst>
              <a:ext uri="{FF2B5EF4-FFF2-40B4-BE49-F238E27FC236}">
                <a16:creationId xmlns:a16="http://schemas.microsoft.com/office/drawing/2014/main" id="{E208EB2A-E5F6-F1FE-B605-97A6413D620F}"/>
              </a:ext>
            </a:extLst>
          </p:cNvPr>
          <p:cNvPicPr>
            <a:picLocks noGrp="1" noChangeAspect="1"/>
          </p:cNvPicPr>
          <p:nvPr>
            <p:ph idx="1"/>
          </p:nvPr>
        </p:nvPicPr>
        <p:blipFill>
          <a:blip r:embed="rId3"/>
          <a:stretch>
            <a:fillRect/>
          </a:stretch>
        </p:blipFill>
        <p:spPr>
          <a:xfrm>
            <a:off x="570155" y="926876"/>
            <a:ext cx="11241741" cy="5577018"/>
          </a:xfrm>
        </p:spPr>
      </p:pic>
    </p:spTree>
    <p:extLst>
      <p:ext uri="{BB962C8B-B14F-4D97-AF65-F5344CB8AC3E}">
        <p14:creationId xmlns:p14="http://schemas.microsoft.com/office/powerpoint/2010/main" val="40128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37</a:t>
            </a:fld>
            <a:endParaRPr lang="en-US" dirty="0"/>
          </a:p>
        </p:txBody>
      </p:sp>
      <p:pic>
        <p:nvPicPr>
          <p:cNvPr id="9" name="Content Placeholder 8">
            <a:extLst>
              <a:ext uri="{FF2B5EF4-FFF2-40B4-BE49-F238E27FC236}">
                <a16:creationId xmlns:a16="http://schemas.microsoft.com/office/drawing/2014/main" id="{AF7BEDCB-CBBA-4397-830A-9C1B25584C37}"/>
              </a:ext>
            </a:extLst>
          </p:cNvPr>
          <p:cNvPicPr>
            <a:picLocks noGrp="1" noChangeAspect="1"/>
          </p:cNvPicPr>
          <p:nvPr>
            <p:ph idx="1"/>
          </p:nvPr>
        </p:nvPicPr>
        <p:blipFill>
          <a:blip r:embed="rId3"/>
          <a:stretch>
            <a:fillRect/>
          </a:stretch>
        </p:blipFill>
        <p:spPr>
          <a:xfrm>
            <a:off x="505609" y="926876"/>
            <a:ext cx="11220225" cy="5577018"/>
          </a:xfrm>
        </p:spPr>
      </p:pic>
    </p:spTree>
    <p:extLst>
      <p:ext uri="{BB962C8B-B14F-4D97-AF65-F5344CB8AC3E}">
        <p14:creationId xmlns:p14="http://schemas.microsoft.com/office/powerpoint/2010/main" val="85883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38</a:t>
            </a:fld>
            <a:endParaRPr lang="en-US" dirty="0"/>
          </a:p>
        </p:txBody>
      </p:sp>
      <p:pic>
        <p:nvPicPr>
          <p:cNvPr id="9" name="Content Placeholder 8">
            <a:extLst>
              <a:ext uri="{FF2B5EF4-FFF2-40B4-BE49-F238E27FC236}">
                <a16:creationId xmlns:a16="http://schemas.microsoft.com/office/drawing/2014/main" id="{7E40CCDD-95D0-E3A4-DCAF-FF06247B8D05}"/>
              </a:ext>
            </a:extLst>
          </p:cNvPr>
          <p:cNvPicPr>
            <a:picLocks noGrp="1" noChangeAspect="1"/>
          </p:cNvPicPr>
          <p:nvPr>
            <p:ph idx="1"/>
          </p:nvPr>
        </p:nvPicPr>
        <p:blipFill>
          <a:blip r:embed="rId3"/>
          <a:stretch>
            <a:fillRect/>
          </a:stretch>
        </p:blipFill>
        <p:spPr>
          <a:xfrm>
            <a:off x="527124" y="1032734"/>
            <a:ext cx="11241741" cy="5485227"/>
          </a:xfrm>
        </p:spPr>
      </p:pic>
    </p:spTree>
    <p:extLst>
      <p:ext uri="{BB962C8B-B14F-4D97-AF65-F5344CB8AC3E}">
        <p14:creationId xmlns:p14="http://schemas.microsoft.com/office/powerpoint/2010/main" val="205273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39</a:t>
            </a:fld>
            <a:endParaRPr lang="en-US" dirty="0"/>
          </a:p>
        </p:txBody>
      </p:sp>
      <p:pic>
        <p:nvPicPr>
          <p:cNvPr id="9" name="Content Placeholder 8">
            <a:extLst>
              <a:ext uri="{FF2B5EF4-FFF2-40B4-BE49-F238E27FC236}">
                <a16:creationId xmlns:a16="http://schemas.microsoft.com/office/drawing/2014/main" id="{A42D96A0-56CD-6A3B-EAC9-E091AFC36A26}"/>
              </a:ext>
            </a:extLst>
          </p:cNvPr>
          <p:cNvPicPr>
            <a:picLocks noGrp="1" noChangeAspect="1"/>
          </p:cNvPicPr>
          <p:nvPr>
            <p:ph idx="1"/>
          </p:nvPr>
        </p:nvPicPr>
        <p:blipFill>
          <a:blip r:embed="rId3"/>
          <a:stretch>
            <a:fillRect/>
          </a:stretch>
        </p:blipFill>
        <p:spPr>
          <a:xfrm>
            <a:off x="527124" y="926876"/>
            <a:ext cx="11230983" cy="5591086"/>
          </a:xfrm>
        </p:spPr>
      </p:pic>
    </p:spTree>
    <p:extLst>
      <p:ext uri="{BB962C8B-B14F-4D97-AF65-F5344CB8AC3E}">
        <p14:creationId xmlns:p14="http://schemas.microsoft.com/office/powerpoint/2010/main" val="190697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40</a:t>
            </a:fld>
            <a:endParaRPr lang="en-US" dirty="0"/>
          </a:p>
        </p:txBody>
      </p:sp>
      <p:pic>
        <p:nvPicPr>
          <p:cNvPr id="9" name="Content Placeholder 8">
            <a:extLst>
              <a:ext uri="{FF2B5EF4-FFF2-40B4-BE49-F238E27FC236}">
                <a16:creationId xmlns:a16="http://schemas.microsoft.com/office/drawing/2014/main" id="{7273EE66-4B4C-95A5-C4FE-41D2A2C29028}"/>
              </a:ext>
            </a:extLst>
          </p:cNvPr>
          <p:cNvPicPr>
            <a:picLocks noGrp="1" noChangeAspect="1"/>
          </p:cNvPicPr>
          <p:nvPr>
            <p:ph idx="1"/>
          </p:nvPr>
        </p:nvPicPr>
        <p:blipFill>
          <a:blip r:embed="rId3"/>
          <a:stretch>
            <a:fillRect/>
          </a:stretch>
        </p:blipFill>
        <p:spPr>
          <a:xfrm>
            <a:off x="570155" y="926877"/>
            <a:ext cx="11155680" cy="5577017"/>
          </a:xfrm>
        </p:spPr>
      </p:pic>
    </p:spTree>
    <p:extLst>
      <p:ext uri="{BB962C8B-B14F-4D97-AF65-F5344CB8AC3E}">
        <p14:creationId xmlns:p14="http://schemas.microsoft.com/office/powerpoint/2010/main" val="76698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41</a:t>
            </a:fld>
            <a:endParaRPr lang="en-US" dirty="0"/>
          </a:p>
        </p:txBody>
      </p:sp>
      <p:pic>
        <p:nvPicPr>
          <p:cNvPr id="9" name="Content Placeholder 8">
            <a:extLst>
              <a:ext uri="{FF2B5EF4-FFF2-40B4-BE49-F238E27FC236}">
                <a16:creationId xmlns:a16="http://schemas.microsoft.com/office/drawing/2014/main" id="{3EE0DC51-0A23-7447-5220-FF03E52B40EA}"/>
              </a:ext>
            </a:extLst>
          </p:cNvPr>
          <p:cNvPicPr>
            <a:picLocks noGrp="1" noChangeAspect="1"/>
          </p:cNvPicPr>
          <p:nvPr>
            <p:ph idx="1"/>
          </p:nvPr>
        </p:nvPicPr>
        <p:blipFill>
          <a:blip r:embed="rId3"/>
          <a:stretch>
            <a:fillRect/>
          </a:stretch>
        </p:blipFill>
        <p:spPr>
          <a:xfrm>
            <a:off x="505609" y="926876"/>
            <a:ext cx="11177195" cy="5577018"/>
          </a:xfrm>
        </p:spPr>
      </p:pic>
    </p:spTree>
    <p:extLst>
      <p:ext uri="{BB962C8B-B14F-4D97-AF65-F5344CB8AC3E}">
        <p14:creationId xmlns:p14="http://schemas.microsoft.com/office/powerpoint/2010/main" val="272493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42</a:t>
            </a:fld>
            <a:endParaRPr lang="en-US" dirty="0"/>
          </a:p>
        </p:txBody>
      </p:sp>
      <p:pic>
        <p:nvPicPr>
          <p:cNvPr id="9" name="Content Placeholder 8">
            <a:extLst>
              <a:ext uri="{FF2B5EF4-FFF2-40B4-BE49-F238E27FC236}">
                <a16:creationId xmlns:a16="http://schemas.microsoft.com/office/drawing/2014/main" id="{77B207D4-D630-DD6A-8875-12B5273D757C}"/>
              </a:ext>
            </a:extLst>
          </p:cNvPr>
          <p:cNvPicPr>
            <a:picLocks noGrp="1" noChangeAspect="1"/>
          </p:cNvPicPr>
          <p:nvPr>
            <p:ph idx="1"/>
          </p:nvPr>
        </p:nvPicPr>
        <p:blipFill>
          <a:blip r:embed="rId3"/>
          <a:stretch>
            <a:fillRect/>
          </a:stretch>
        </p:blipFill>
        <p:spPr>
          <a:xfrm>
            <a:off x="473336" y="926876"/>
            <a:ext cx="11220225" cy="5577018"/>
          </a:xfrm>
        </p:spPr>
      </p:pic>
    </p:spTree>
    <p:extLst>
      <p:ext uri="{BB962C8B-B14F-4D97-AF65-F5344CB8AC3E}">
        <p14:creationId xmlns:p14="http://schemas.microsoft.com/office/powerpoint/2010/main" val="942566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43</a:t>
            </a:fld>
            <a:endParaRPr lang="en-US" dirty="0"/>
          </a:p>
        </p:txBody>
      </p:sp>
      <p:pic>
        <p:nvPicPr>
          <p:cNvPr id="9" name="Content Placeholder 8">
            <a:extLst>
              <a:ext uri="{FF2B5EF4-FFF2-40B4-BE49-F238E27FC236}">
                <a16:creationId xmlns:a16="http://schemas.microsoft.com/office/drawing/2014/main" id="{58CD0341-5CB8-F567-B007-59241ADDF7D1}"/>
              </a:ext>
            </a:extLst>
          </p:cNvPr>
          <p:cNvPicPr>
            <a:picLocks noGrp="1" noChangeAspect="1"/>
          </p:cNvPicPr>
          <p:nvPr>
            <p:ph idx="1"/>
          </p:nvPr>
        </p:nvPicPr>
        <p:blipFill>
          <a:blip r:embed="rId3"/>
          <a:stretch>
            <a:fillRect/>
          </a:stretch>
        </p:blipFill>
        <p:spPr>
          <a:xfrm>
            <a:off x="516367" y="926876"/>
            <a:ext cx="11209468" cy="5591086"/>
          </a:xfrm>
        </p:spPr>
      </p:pic>
    </p:spTree>
    <p:extLst>
      <p:ext uri="{BB962C8B-B14F-4D97-AF65-F5344CB8AC3E}">
        <p14:creationId xmlns:p14="http://schemas.microsoft.com/office/powerpoint/2010/main" val="275001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44</a:t>
            </a:fld>
            <a:endParaRPr lang="en-US" dirty="0"/>
          </a:p>
        </p:txBody>
      </p:sp>
      <p:pic>
        <p:nvPicPr>
          <p:cNvPr id="9" name="Content Placeholder 8">
            <a:extLst>
              <a:ext uri="{FF2B5EF4-FFF2-40B4-BE49-F238E27FC236}">
                <a16:creationId xmlns:a16="http://schemas.microsoft.com/office/drawing/2014/main" id="{1ABB8481-F900-43EF-271E-4E2EA8EB04EF}"/>
              </a:ext>
            </a:extLst>
          </p:cNvPr>
          <p:cNvPicPr>
            <a:picLocks noGrp="1" noChangeAspect="1"/>
          </p:cNvPicPr>
          <p:nvPr>
            <p:ph idx="1"/>
          </p:nvPr>
        </p:nvPicPr>
        <p:blipFill>
          <a:blip r:embed="rId3"/>
          <a:stretch>
            <a:fillRect/>
          </a:stretch>
        </p:blipFill>
        <p:spPr>
          <a:xfrm>
            <a:off x="484094" y="926876"/>
            <a:ext cx="11295530" cy="5577018"/>
          </a:xfrm>
        </p:spPr>
      </p:pic>
    </p:spTree>
    <p:extLst>
      <p:ext uri="{BB962C8B-B14F-4D97-AF65-F5344CB8AC3E}">
        <p14:creationId xmlns:p14="http://schemas.microsoft.com/office/powerpoint/2010/main" val="61253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45</a:t>
            </a:fld>
            <a:endParaRPr lang="en-US" dirty="0"/>
          </a:p>
        </p:txBody>
      </p:sp>
      <p:pic>
        <p:nvPicPr>
          <p:cNvPr id="9" name="Content Placeholder 8">
            <a:extLst>
              <a:ext uri="{FF2B5EF4-FFF2-40B4-BE49-F238E27FC236}">
                <a16:creationId xmlns:a16="http://schemas.microsoft.com/office/drawing/2014/main" id="{A143F9F6-1538-CDF9-46AA-5BDBC674D612}"/>
              </a:ext>
            </a:extLst>
          </p:cNvPr>
          <p:cNvPicPr>
            <a:picLocks noGrp="1" noChangeAspect="1"/>
          </p:cNvPicPr>
          <p:nvPr>
            <p:ph idx="1"/>
          </p:nvPr>
        </p:nvPicPr>
        <p:blipFill>
          <a:blip r:embed="rId3"/>
          <a:stretch>
            <a:fillRect/>
          </a:stretch>
        </p:blipFill>
        <p:spPr>
          <a:xfrm>
            <a:off x="559398" y="926876"/>
            <a:ext cx="11252498" cy="5561567"/>
          </a:xfrm>
        </p:spPr>
      </p:pic>
    </p:spTree>
    <p:extLst>
      <p:ext uri="{BB962C8B-B14F-4D97-AF65-F5344CB8AC3E}">
        <p14:creationId xmlns:p14="http://schemas.microsoft.com/office/powerpoint/2010/main" val="298280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46</a:t>
            </a:fld>
            <a:endParaRPr lang="en-US" dirty="0"/>
          </a:p>
        </p:txBody>
      </p:sp>
      <p:pic>
        <p:nvPicPr>
          <p:cNvPr id="9" name="Content Placeholder 8">
            <a:extLst>
              <a:ext uri="{FF2B5EF4-FFF2-40B4-BE49-F238E27FC236}">
                <a16:creationId xmlns:a16="http://schemas.microsoft.com/office/drawing/2014/main" id="{65A2C030-00A5-723D-F009-DB41FFAFA722}"/>
              </a:ext>
            </a:extLst>
          </p:cNvPr>
          <p:cNvPicPr>
            <a:picLocks noGrp="1" noChangeAspect="1"/>
          </p:cNvPicPr>
          <p:nvPr>
            <p:ph idx="1"/>
          </p:nvPr>
        </p:nvPicPr>
        <p:blipFill>
          <a:blip r:embed="rId3"/>
          <a:stretch>
            <a:fillRect/>
          </a:stretch>
        </p:blipFill>
        <p:spPr>
          <a:xfrm>
            <a:off x="505609" y="926876"/>
            <a:ext cx="11241741" cy="5591085"/>
          </a:xfrm>
        </p:spPr>
      </p:pic>
    </p:spTree>
    <p:extLst>
      <p:ext uri="{BB962C8B-B14F-4D97-AF65-F5344CB8AC3E}">
        <p14:creationId xmlns:p14="http://schemas.microsoft.com/office/powerpoint/2010/main" val="124195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47</a:t>
            </a:fld>
            <a:endParaRPr lang="en-US" dirty="0"/>
          </a:p>
        </p:txBody>
      </p:sp>
      <p:pic>
        <p:nvPicPr>
          <p:cNvPr id="9" name="Content Placeholder 8">
            <a:extLst>
              <a:ext uri="{FF2B5EF4-FFF2-40B4-BE49-F238E27FC236}">
                <a16:creationId xmlns:a16="http://schemas.microsoft.com/office/drawing/2014/main" id="{A3F84106-4AF4-DB22-2039-F88644BF882C}"/>
              </a:ext>
            </a:extLst>
          </p:cNvPr>
          <p:cNvPicPr>
            <a:picLocks noGrp="1" noChangeAspect="1"/>
          </p:cNvPicPr>
          <p:nvPr>
            <p:ph idx="1"/>
          </p:nvPr>
        </p:nvPicPr>
        <p:blipFill>
          <a:blip r:embed="rId3"/>
          <a:stretch>
            <a:fillRect/>
          </a:stretch>
        </p:blipFill>
        <p:spPr>
          <a:xfrm>
            <a:off x="613186" y="926876"/>
            <a:ext cx="11101892" cy="5591086"/>
          </a:xfrm>
        </p:spPr>
      </p:pic>
    </p:spTree>
    <p:extLst>
      <p:ext uri="{BB962C8B-B14F-4D97-AF65-F5344CB8AC3E}">
        <p14:creationId xmlns:p14="http://schemas.microsoft.com/office/powerpoint/2010/main" val="27670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48</a:t>
            </a:fld>
            <a:endParaRPr lang="en-US" dirty="0"/>
          </a:p>
        </p:txBody>
      </p:sp>
      <p:pic>
        <p:nvPicPr>
          <p:cNvPr id="9" name="Content Placeholder 8">
            <a:extLst>
              <a:ext uri="{FF2B5EF4-FFF2-40B4-BE49-F238E27FC236}">
                <a16:creationId xmlns:a16="http://schemas.microsoft.com/office/drawing/2014/main" id="{D65CC27B-0CF7-33C4-2092-2333BC593E09}"/>
              </a:ext>
            </a:extLst>
          </p:cNvPr>
          <p:cNvPicPr>
            <a:picLocks noGrp="1" noChangeAspect="1"/>
          </p:cNvPicPr>
          <p:nvPr>
            <p:ph idx="1"/>
          </p:nvPr>
        </p:nvPicPr>
        <p:blipFill>
          <a:blip r:embed="rId3"/>
          <a:stretch>
            <a:fillRect/>
          </a:stretch>
        </p:blipFill>
        <p:spPr>
          <a:xfrm>
            <a:off x="516367" y="926876"/>
            <a:ext cx="11284771" cy="5577018"/>
          </a:xfrm>
        </p:spPr>
      </p:pic>
    </p:spTree>
    <p:extLst>
      <p:ext uri="{BB962C8B-B14F-4D97-AF65-F5344CB8AC3E}">
        <p14:creationId xmlns:p14="http://schemas.microsoft.com/office/powerpoint/2010/main" val="353354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49</a:t>
            </a:fld>
            <a:endParaRPr lang="en-US" dirty="0"/>
          </a:p>
        </p:txBody>
      </p:sp>
      <p:pic>
        <p:nvPicPr>
          <p:cNvPr id="14" name="Content Placeholder 13">
            <a:extLst>
              <a:ext uri="{FF2B5EF4-FFF2-40B4-BE49-F238E27FC236}">
                <a16:creationId xmlns:a16="http://schemas.microsoft.com/office/drawing/2014/main" id="{C316F949-7FE4-F820-31A6-B31314F95925}"/>
              </a:ext>
            </a:extLst>
          </p:cNvPr>
          <p:cNvPicPr>
            <a:picLocks noGrp="1" noChangeAspect="1"/>
          </p:cNvPicPr>
          <p:nvPr>
            <p:ph idx="1"/>
          </p:nvPr>
        </p:nvPicPr>
        <p:blipFill>
          <a:blip r:embed="rId3"/>
          <a:stretch>
            <a:fillRect/>
          </a:stretch>
        </p:blipFill>
        <p:spPr>
          <a:xfrm>
            <a:off x="505610" y="926876"/>
            <a:ext cx="11209468" cy="5577018"/>
          </a:xfrm>
        </p:spPr>
      </p:pic>
    </p:spTree>
    <p:extLst>
      <p:ext uri="{BB962C8B-B14F-4D97-AF65-F5344CB8AC3E}">
        <p14:creationId xmlns:p14="http://schemas.microsoft.com/office/powerpoint/2010/main" val="168291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50</a:t>
            </a:fld>
            <a:endParaRPr lang="en-US" dirty="0"/>
          </a:p>
        </p:txBody>
      </p:sp>
      <p:pic>
        <p:nvPicPr>
          <p:cNvPr id="9" name="Content Placeholder 8">
            <a:extLst>
              <a:ext uri="{FF2B5EF4-FFF2-40B4-BE49-F238E27FC236}">
                <a16:creationId xmlns:a16="http://schemas.microsoft.com/office/drawing/2014/main" id="{0942C950-5CB9-E38A-38F9-7B77372DCA79}"/>
              </a:ext>
            </a:extLst>
          </p:cNvPr>
          <p:cNvPicPr>
            <a:picLocks noGrp="1" noChangeAspect="1"/>
          </p:cNvPicPr>
          <p:nvPr>
            <p:ph idx="1"/>
          </p:nvPr>
        </p:nvPicPr>
        <p:blipFill>
          <a:blip r:embed="rId3"/>
          <a:stretch>
            <a:fillRect/>
          </a:stretch>
        </p:blipFill>
        <p:spPr>
          <a:xfrm>
            <a:off x="516366" y="926876"/>
            <a:ext cx="11252499" cy="5577018"/>
          </a:xfrm>
        </p:spPr>
      </p:pic>
    </p:spTree>
    <p:extLst>
      <p:ext uri="{BB962C8B-B14F-4D97-AF65-F5344CB8AC3E}">
        <p14:creationId xmlns:p14="http://schemas.microsoft.com/office/powerpoint/2010/main" val="305335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UI Design</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51</a:t>
            </a:fld>
            <a:endParaRPr lang="en-US" dirty="0"/>
          </a:p>
        </p:txBody>
      </p:sp>
      <p:pic>
        <p:nvPicPr>
          <p:cNvPr id="9" name="Content Placeholder 8">
            <a:extLst>
              <a:ext uri="{FF2B5EF4-FFF2-40B4-BE49-F238E27FC236}">
                <a16:creationId xmlns:a16="http://schemas.microsoft.com/office/drawing/2014/main" id="{A7CB2BD2-AD4A-883A-D257-901CEA869B3F}"/>
              </a:ext>
            </a:extLst>
          </p:cNvPr>
          <p:cNvPicPr>
            <a:picLocks noGrp="1" noChangeAspect="1"/>
          </p:cNvPicPr>
          <p:nvPr>
            <p:ph idx="1"/>
          </p:nvPr>
        </p:nvPicPr>
        <p:blipFill>
          <a:blip r:embed="rId3"/>
          <a:stretch>
            <a:fillRect/>
          </a:stretch>
        </p:blipFill>
        <p:spPr>
          <a:xfrm>
            <a:off x="505609" y="926875"/>
            <a:ext cx="11155680" cy="5667823"/>
          </a:xfrm>
        </p:spPr>
      </p:pic>
    </p:spTree>
    <p:extLst>
      <p:ext uri="{BB962C8B-B14F-4D97-AF65-F5344CB8AC3E}">
        <p14:creationId xmlns:p14="http://schemas.microsoft.com/office/powerpoint/2010/main" val="3932592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Class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52</a:t>
            </a:fld>
            <a:endParaRPr lang="en-US" dirty="0"/>
          </a:p>
        </p:txBody>
      </p:sp>
      <p:pic>
        <p:nvPicPr>
          <p:cNvPr id="9" name="Content Placeholder 8"/>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45639" y="1074738"/>
            <a:ext cx="7100720" cy="5127625"/>
          </a:xfrm>
          <a:prstGeom prst="rect">
            <a:avLst/>
          </a:prstGeom>
          <a:noFill/>
          <a:ln>
            <a:noFill/>
          </a:ln>
        </p:spPr>
      </p:pic>
    </p:spTree>
    <p:extLst>
      <p:ext uri="{BB962C8B-B14F-4D97-AF65-F5344CB8AC3E}">
        <p14:creationId xmlns:p14="http://schemas.microsoft.com/office/powerpoint/2010/main" val="203735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53</a:t>
            </a:fld>
            <a:endParaRPr lang="en-US" dirty="0"/>
          </a:p>
        </p:txBody>
      </p:sp>
      <p:pic>
        <p:nvPicPr>
          <p:cNvPr id="9" name="Content Placeholder 8">
            <a:extLst>
              <a:ext uri="{FF2B5EF4-FFF2-40B4-BE49-F238E27FC236}">
                <a16:creationId xmlns:a16="http://schemas.microsoft.com/office/drawing/2014/main" id="{3005D88C-AD92-B130-106D-533038F31388}"/>
              </a:ext>
            </a:extLst>
          </p:cNvPr>
          <p:cNvPicPr>
            <a:picLocks noGrp="1" noChangeAspect="1"/>
          </p:cNvPicPr>
          <p:nvPr>
            <p:ph idx="1"/>
          </p:nvPr>
        </p:nvPicPr>
        <p:blipFill>
          <a:blip r:embed="rId3"/>
          <a:stretch>
            <a:fillRect/>
          </a:stretch>
        </p:blipFill>
        <p:spPr>
          <a:xfrm>
            <a:off x="494853" y="926876"/>
            <a:ext cx="11187952" cy="5591086"/>
          </a:xfrm>
        </p:spPr>
      </p:pic>
    </p:spTree>
    <p:extLst>
      <p:ext uri="{BB962C8B-B14F-4D97-AF65-F5344CB8AC3E}">
        <p14:creationId xmlns:p14="http://schemas.microsoft.com/office/powerpoint/2010/main" val="182477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54</a:t>
            </a:fld>
            <a:endParaRPr lang="en-US" dirty="0"/>
          </a:p>
        </p:txBody>
      </p:sp>
      <p:pic>
        <p:nvPicPr>
          <p:cNvPr id="10" name="Content Placeholder 9">
            <a:extLst>
              <a:ext uri="{FF2B5EF4-FFF2-40B4-BE49-F238E27FC236}">
                <a16:creationId xmlns:a16="http://schemas.microsoft.com/office/drawing/2014/main" id="{B5BDFB3B-F177-DA53-FBDD-914D355613ED}"/>
              </a:ext>
            </a:extLst>
          </p:cNvPr>
          <p:cNvPicPr>
            <a:picLocks noGrp="1" noChangeAspect="1"/>
          </p:cNvPicPr>
          <p:nvPr>
            <p:ph idx="1"/>
          </p:nvPr>
        </p:nvPicPr>
        <p:blipFill>
          <a:blip r:embed="rId3"/>
          <a:stretch>
            <a:fillRect/>
          </a:stretch>
        </p:blipFill>
        <p:spPr>
          <a:xfrm>
            <a:off x="505609" y="926876"/>
            <a:ext cx="11166438" cy="5577018"/>
          </a:xfrm>
        </p:spPr>
      </p:pic>
    </p:spTree>
    <p:extLst>
      <p:ext uri="{BB962C8B-B14F-4D97-AF65-F5344CB8AC3E}">
        <p14:creationId xmlns:p14="http://schemas.microsoft.com/office/powerpoint/2010/main" val="125897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noChangeAspect="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55</a:t>
            </a:fld>
            <a:endParaRPr lang="en-US" dirty="0"/>
          </a:p>
        </p:txBody>
      </p:sp>
      <p:pic>
        <p:nvPicPr>
          <p:cNvPr id="10" name="Content Placeholder 9">
            <a:extLst>
              <a:ext uri="{FF2B5EF4-FFF2-40B4-BE49-F238E27FC236}">
                <a16:creationId xmlns:a16="http://schemas.microsoft.com/office/drawing/2014/main" id="{5D79432B-73F6-43C2-4CDC-F6E3C61BDF90}"/>
              </a:ext>
            </a:extLst>
          </p:cNvPr>
          <p:cNvPicPr>
            <a:picLocks noGrp="1" noChangeAspect="1"/>
          </p:cNvPicPr>
          <p:nvPr>
            <p:ph idx="1"/>
          </p:nvPr>
        </p:nvPicPr>
        <p:blipFill>
          <a:blip r:embed="rId3"/>
          <a:stretch>
            <a:fillRect/>
          </a:stretch>
        </p:blipFill>
        <p:spPr>
          <a:xfrm>
            <a:off x="459352" y="922891"/>
            <a:ext cx="11252499" cy="5577018"/>
          </a:xfrm>
        </p:spPr>
      </p:pic>
    </p:spTree>
    <p:extLst>
      <p:ext uri="{BB962C8B-B14F-4D97-AF65-F5344CB8AC3E}">
        <p14:creationId xmlns:p14="http://schemas.microsoft.com/office/powerpoint/2010/main" val="2427178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56</a:t>
            </a:fld>
            <a:endParaRPr lang="en-US" dirty="0"/>
          </a:p>
        </p:txBody>
      </p:sp>
      <p:pic>
        <p:nvPicPr>
          <p:cNvPr id="14" name="Content Placeholder 13">
            <a:extLst>
              <a:ext uri="{FF2B5EF4-FFF2-40B4-BE49-F238E27FC236}">
                <a16:creationId xmlns:a16="http://schemas.microsoft.com/office/drawing/2014/main" id="{5C839E8F-EF43-81BB-59B1-F41315984BF7}"/>
              </a:ext>
            </a:extLst>
          </p:cNvPr>
          <p:cNvPicPr>
            <a:picLocks noGrp="1" noChangeAspect="1"/>
          </p:cNvPicPr>
          <p:nvPr>
            <p:ph idx="1"/>
          </p:nvPr>
        </p:nvPicPr>
        <p:blipFill>
          <a:blip r:embed="rId3"/>
          <a:stretch>
            <a:fillRect/>
          </a:stretch>
        </p:blipFill>
        <p:spPr>
          <a:xfrm>
            <a:off x="626775" y="926876"/>
            <a:ext cx="11045272" cy="5577018"/>
          </a:xfrm>
        </p:spPr>
      </p:pic>
    </p:spTree>
    <p:extLst>
      <p:ext uri="{BB962C8B-B14F-4D97-AF65-F5344CB8AC3E}">
        <p14:creationId xmlns:p14="http://schemas.microsoft.com/office/powerpoint/2010/main" val="1982636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57</a:t>
            </a:fld>
            <a:endParaRPr lang="en-US" dirty="0"/>
          </a:p>
        </p:txBody>
      </p:sp>
      <p:pic>
        <p:nvPicPr>
          <p:cNvPr id="10" name="Content Placeholder 9">
            <a:extLst>
              <a:ext uri="{FF2B5EF4-FFF2-40B4-BE49-F238E27FC236}">
                <a16:creationId xmlns:a16="http://schemas.microsoft.com/office/drawing/2014/main" id="{E62F58B0-BD04-89DD-8176-A8E4E526D8CE}"/>
              </a:ext>
            </a:extLst>
          </p:cNvPr>
          <p:cNvPicPr>
            <a:picLocks noGrp="1" noChangeAspect="1"/>
          </p:cNvPicPr>
          <p:nvPr>
            <p:ph idx="1"/>
          </p:nvPr>
        </p:nvPicPr>
        <p:blipFill>
          <a:blip r:embed="rId3"/>
          <a:stretch>
            <a:fillRect/>
          </a:stretch>
        </p:blipFill>
        <p:spPr>
          <a:xfrm>
            <a:off x="516367" y="926877"/>
            <a:ext cx="11209468" cy="5577018"/>
          </a:xfrm>
        </p:spPr>
      </p:pic>
    </p:spTree>
    <p:extLst>
      <p:ext uri="{BB962C8B-B14F-4D97-AF65-F5344CB8AC3E}">
        <p14:creationId xmlns:p14="http://schemas.microsoft.com/office/powerpoint/2010/main" val="258464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58</a:t>
            </a:fld>
            <a:endParaRPr lang="en-US" dirty="0"/>
          </a:p>
        </p:txBody>
      </p:sp>
      <p:pic>
        <p:nvPicPr>
          <p:cNvPr id="10" name="Content Placeholder 9">
            <a:extLst>
              <a:ext uri="{FF2B5EF4-FFF2-40B4-BE49-F238E27FC236}">
                <a16:creationId xmlns:a16="http://schemas.microsoft.com/office/drawing/2014/main" id="{A0244FFA-47FC-85CF-52A9-137D9AE26574}"/>
              </a:ext>
            </a:extLst>
          </p:cNvPr>
          <p:cNvPicPr>
            <a:picLocks noGrp="1" noChangeAspect="1"/>
          </p:cNvPicPr>
          <p:nvPr>
            <p:ph idx="1"/>
          </p:nvPr>
        </p:nvPicPr>
        <p:blipFill>
          <a:blip r:embed="rId3"/>
          <a:stretch>
            <a:fillRect/>
          </a:stretch>
        </p:blipFill>
        <p:spPr>
          <a:xfrm>
            <a:off x="516367" y="926876"/>
            <a:ext cx="11134165" cy="5577018"/>
          </a:xfrm>
        </p:spPr>
      </p:pic>
    </p:spTree>
    <p:extLst>
      <p:ext uri="{BB962C8B-B14F-4D97-AF65-F5344CB8AC3E}">
        <p14:creationId xmlns:p14="http://schemas.microsoft.com/office/powerpoint/2010/main" val="62349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59</a:t>
            </a:fld>
            <a:endParaRPr lang="en-US" dirty="0"/>
          </a:p>
        </p:txBody>
      </p:sp>
      <p:pic>
        <p:nvPicPr>
          <p:cNvPr id="10" name="Content Placeholder 9">
            <a:extLst>
              <a:ext uri="{FF2B5EF4-FFF2-40B4-BE49-F238E27FC236}">
                <a16:creationId xmlns:a16="http://schemas.microsoft.com/office/drawing/2014/main" id="{408618BA-5B42-1D9E-98DB-89CBD52C106D}"/>
              </a:ext>
            </a:extLst>
          </p:cNvPr>
          <p:cNvPicPr>
            <a:picLocks noGrp="1" noChangeAspect="1"/>
          </p:cNvPicPr>
          <p:nvPr>
            <p:ph idx="1"/>
          </p:nvPr>
        </p:nvPicPr>
        <p:blipFill>
          <a:blip r:embed="rId3"/>
          <a:stretch>
            <a:fillRect/>
          </a:stretch>
        </p:blipFill>
        <p:spPr>
          <a:xfrm>
            <a:off x="537883" y="926876"/>
            <a:ext cx="11155680" cy="5577018"/>
          </a:xfrm>
        </p:spPr>
      </p:pic>
    </p:spTree>
    <p:extLst>
      <p:ext uri="{BB962C8B-B14F-4D97-AF65-F5344CB8AC3E}">
        <p14:creationId xmlns:p14="http://schemas.microsoft.com/office/powerpoint/2010/main" val="224538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60</a:t>
            </a:fld>
            <a:endParaRPr lang="en-US" dirty="0"/>
          </a:p>
        </p:txBody>
      </p:sp>
      <p:pic>
        <p:nvPicPr>
          <p:cNvPr id="10" name="Content Placeholder 9">
            <a:extLst>
              <a:ext uri="{FF2B5EF4-FFF2-40B4-BE49-F238E27FC236}">
                <a16:creationId xmlns:a16="http://schemas.microsoft.com/office/drawing/2014/main" id="{C44376A6-1811-DD75-9115-534661FD03FB}"/>
              </a:ext>
            </a:extLst>
          </p:cNvPr>
          <p:cNvPicPr>
            <a:picLocks noGrp="1" noChangeAspect="1"/>
          </p:cNvPicPr>
          <p:nvPr>
            <p:ph idx="1"/>
          </p:nvPr>
        </p:nvPicPr>
        <p:blipFill>
          <a:blip r:embed="rId3"/>
          <a:stretch>
            <a:fillRect/>
          </a:stretch>
        </p:blipFill>
        <p:spPr>
          <a:xfrm>
            <a:off x="505609" y="926876"/>
            <a:ext cx="11230983" cy="5577018"/>
          </a:xfrm>
        </p:spPr>
      </p:pic>
    </p:spTree>
    <p:extLst>
      <p:ext uri="{BB962C8B-B14F-4D97-AF65-F5344CB8AC3E}">
        <p14:creationId xmlns:p14="http://schemas.microsoft.com/office/powerpoint/2010/main" val="3800454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61</a:t>
            </a:fld>
            <a:endParaRPr lang="en-US" dirty="0"/>
          </a:p>
        </p:txBody>
      </p:sp>
      <p:pic>
        <p:nvPicPr>
          <p:cNvPr id="10" name="Content Placeholder 9">
            <a:extLst>
              <a:ext uri="{FF2B5EF4-FFF2-40B4-BE49-F238E27FC236}">
                <a16:creationId xmlns:a16="http://schemas.microsoft.com/office/drawing/2014/main" id="{52528135-E749-2C2E-480C-E617FFB19B4C}"/>
              </a:ext>
            </a:extLst>
          </p:cNvPr>
          <p:cNvPicPr>
            <a:picLocks noGrp="1" noChangeAspect="1"/>
          </p:cNvPicPr>
          <p:nvPr>
            <p:ph idx="1"/>
          </p:nvPr>
        </p:nvPicPr>
        <p:blipFill>
          <a:blip r:embed="rId3"/>
          <a:stretch>
            <a:fillRect/>
          </a:stretch>
        </p:blipFill>
        <p:spPr>
          <a:xfrm>
            <a:off x="494852" y="926876"/>
            <a:ext cx="11274014" cy="5591086"/>
          </a:xfrm>
        </p:spPr>
      </p:pic>
    </p:spTree>
    <p:extLst>
      <p:ext uri="{BB962C8B-B14F-4D97-AF65-F5344CB8AC3E}">
        <p14:creationId xmlns:p14="http://schemas.microsoft.com/office/powerpoint/2010/main" val="21485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62</a:t>
            </a:fld>
            <a:endParaRPr lang="en-US" dirty="0"/>
          </a:p>
        </p:txBody>
      </p:sp>
      <p:pic>
        <p:nvPicPr>
          <p:cNvPr id="10" name="Content Placeholder 9">
            <a:extLst>
              <a:ext uri="{FF2B5EF4-FFF2-40B4-BE49-F238E27FC236}">
                <a16:creationId xmlns:a16="http://schemas.microsoft.com/office/drawing/2014/main" id="{1C16212C-9BB3-5212-5530-124A8AD10B8F}"/>
              </a:ext>
            </a:extLst>
          </p:cNvPr>
          <p:cNvPicPr>
            <a:picLocks noGrp="1" noChangeAspect="1"/>
          </p:cNvPicPr>
          <p:nvPr>
            <p:ph idx="1"/>
          </p:nvPr>
        </p:nvPicPr>
        <p:blipFill>
          <a:blip r:embed="rId3"/>
          <a:stretch>
            <a:fillRect/>
          </a:stretch>
        </p:blipFill>
        <p:spPr>
          <a:xfrm>
            <a:off x="527126" y="926876"/>
            <a:ext cx="11306286" cy="5580067"/>
          </a:xfrm>
        </p:spPr>
      </p:pic>
    </p:spTree>
    <p:extLst>
      <p:ext uri="{BB962C8B-B14F-4D97-AF65-F5344CB8AC3E}">
        <p14:creationId xmlns:p14="http://schemas.microsoft.com/office/powerpoint/2010/main" val="219937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63</a:t>
            </a:fld>
            <a:endParaRPr lang="en-US" dirty="0"/>
          </a:p>
        </p:txBody>
      </p:sp>
      <p:pic>
        <p:nvPicPr>
          <p:cNvPr id="10" name="Content Placeholder 9">
            <a:extLst>
              <a:ext uri="{FF2B5EF4-FFF2-40B4-BE49-F238E27FC236}">
                <a16:creationId xmlns:a16="http://schemas.microsoft.com/office/drawing/2014/main" id="{1CA536C3-4AA0-18B4-36D2-B96A1E21564E}"/>
              </a:ext>
            </a:extLst>
          </p:cNvPr>
          <p:cNvPicPr>
            <a:picLocks noGrp="1" noChangeAspect="1"/>
          </p:cNvPicPr>
          <p:nvPr>
            <p:ph idx="1"/>
          </p:nvPr>
        </p:nvPicPr>
        <p:blipFill>
          <a:blip r:embed="rId3"/>
          <a:stretch>
            <a:fillRect/>
          </a:stretch>
        </p:blipFill>
        <p:spPr>
          <a:xfrm>
            <a:off x="527125" y="926876"/>
            <a:ext cx="11327802" cy="5591086"/>
          </a:xfrm>
        </p:spPr>
      </p:pic>
    </p:spTree>
    <p:extLst>
      <p:ext uri="{BB962C8B-B14F-4D97-AF65-F5344CB8AC3E}">
        <p14:creationId xmlns:p14="http://schemas.microsoft.com/office/powerpoint/2010/main" val="233023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64</a:t>
            </a:fld>
            <a:endParaRPr lang="en-US" dirty="0"/>
          </a:p>
        </p:txBody>
      </p:sp>
      <p:pic>
        <p:nvPicPr>
          <p:cNvPr id="10" name="Content Placeholder 9">
            <a:extLst>
              <a:ext uri="{FF2B5EF4-FFF2-40B4-BE49-F238E27FC236}">
                <a16:creationId xmlns:a16="http://schemas.microsoft.com/office/drawing/2014/main" id="{C40A05A5-A0EB-E4C7-206F-D85EBEA52D83}"/>
              </a:ext>
            </a:extLst>
          </p:cNvPr>
          <p:cNvPicPr>
            <a:picLocks noGrp="1" noChangeAspect="1"/>
          </p:cNvPicPr>
          <p:nvPr>
            <p:ph idx="1"/>
          </p:nvPr>
        </p:nvPicPr>
        <p:blipFill>
          <a:blip r:embed="rId3"/>
          <a:stretch>
            <a:fillRect/>
          </a:stretch>
        </p:blipFill>
        <p:spPr>
          <a:xfrm>
            <a:off x="505609" y="926876"/>
            <a:ext cx="11241742" cy="5591086"/>
          </a:xfrm>
        </p:spPr>
      </p:pic>
    </p:spTree>
    <p:extLst>
      <p:ext uri="{BB962C8B-B14F-4D97-AF65-F5344CB8AC3E}">
        <p14:creationId xmlns:p14="http://schemas.microsoft.com/office/powerpoint/2010/main" val="327538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65</a:t>
            </a:fld>
            <a:endParaRPr lang="en-US" dirty="0"/>
          </a:p>
        </p:txBody>
      </p:sp>
      <p:pic>
        <p:nvPicPr>
          <p:cNvPr id="10" name="Content Placeholder 9">
            <a:extLst>
              <a:ext uri="{FF2B5EF4-FFF2-40B4-BE49-F238E27FC236}">
                <a16:creationId xmlns:a16="http://schemas.microsoft.com/office/drawing/2014/main" id="{92AF5CD7-EFD0-14C6-2F80-3A8CCA81922F}"/>
              </a:ext>
            </a:extLst>
          </p:cNvPr>
          <p:cNvPicPr>
            <a:picLocks noGrp="1" noChangeAspect="1"/>
          </p:cNvPicPr>
          <p:nvPr>
            <p:ph idx="1"/>
          </p:nvPr>
        </p:nvPicPr>
        <p:blipFill>
          <a:blip r:embed="rId3"/>
          <a:stretch>
            <a:fillRect/>
          </a:stretch>
        </p:blipFill>
        <p:spPr>
          <a:xfrm>
            <a:off x="441064" y="926876"/>
            <a:ext cx="11327802" cy="5591086"/>
          </a:xfrm>
        </p:spPr>
      </p:pic>
    </p:spTree>
    <p:extLst>
      <p:ext uri="{BB962C8B-B14F-4D97-AF65-F5344CB8AC3E}">
        <p14:creationId xmlns:p14="http://schemas.microsoft.com/office/powerpoint/2010/main" val="418211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66</a:t>
            </a:fld>
            <a:endParaRPr lang="en-US" dirty="0"/>
          </a:p>
        </p:txBody>
      </p:sp>
      <p:pic>
        <p:nvPicPr>
          <p:cNvPr id="10" name="Content Placeholder 9">
            <a:extLst>
              <a:ext uri="{FF2B5EF4-FFF2-40B4-BE49-F238E27FC236}">
                <a16:creationId xmlns:a16="http://schemas.microsoft.com/office/drawing/2014/main" id="{9F86A149-7AB9-1673-C5E2-E00EFA99410A}"/>
              </a:ext>
            </a:extLst>
          </p:cNvPr>
          <p:cNvPicPr>
            <a:picLocks noGrp="1" noChangeAspect="1"/>
          </p:cNvPicPr>
          <p:nvPr>
            <p:ph idx="1"/>
          </p:nvPr>
        </p:nvPicPr>
        <p:blipFill>
          <a:blip r:embed="rId3"/>
          <a:stretch>
            <a:fillRect/>
          </a:stretch>
        </p:blipFill>
        <p:spPr>
          <a:xfrm>
            <a:off x="516367" y="926876"/>
            <a:ext cx="11209467" cy="5591086"/>
          </a:xfrm>
        </p:spPr>
      </p:pic>
    </p:spTree>
    <p:extLst>
      <p:ext uri="{BB962C8B-B14F-4D97-AF65-F5344CB8AC3E}">
        <p14:creationId xmlns:p14="http://schemas.microsoft.com/office/powerpoint/2010/main" val="200535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67</a:t>
            </a:fld>
            <a:endParaRPr lang="en-US" dirty="0"/>
          </a:p>
        </p:txBody>
      </p:sp>
      <p:pic>
        <p:nvPicPr>
          <p:cNvPr id="10" name="Content Placeholder 9">
            <a:extLst>
              <a:ext uri="{FF2B5EF4-FFF2-40B4-BE49-F238E27FC236}">
                <a16:creationId xmlns:a16="http://schemas.microsoft.com/office/drawing/2014/main" id="{CE23938F-0F91-63BA-E6A7-59DCCBF8E82E}"/>
              </a:ext>
            </a:extLst>
          </p:cNvPr>
          <p:cNvPicPr>
            <a:picLocks noGrp="1" noChangeAspect="1"/>
          </p:cNvPicPr>
          <p:nvPr>
            <p:ph idx="1"/>
          </p:nvPr>
        </p:nvPicPr>
        <p:blipFill>
          <a:blip r:embed="rId3"/>
          <a:stretch>
            <a:fillRect/>
          </a:stretch>
        </p:blipFill>
        <p:spPr>
          <a:xfrm>
            <a:off x="494853" y="926876"/>
            <a:ext cx="11198710" cy="5591086"/>
          </a:xfrm>
        </p:spPr>
      </p:pic>
    </p:spTree>
    <p:extLst>
      <p:ext uri="{BB962C8B-B14F-4D97-AF65-F5344CB8AC3E}">
        <p14:creationId xmlns:p14="http://schemas.microsoft.com/office/powerpoint/2010/main" val="3580888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68</a:t>
            </a:fld>
            <a:endParaRPr lang="en-US" dirty="0"/>
          </a:p>
        </p:txBody>
      </p:sp>
      <p:pic>
        <p:nvPicPr>
          <p:cNvPr id="10" name="Content Placeholder 9">
            <a:extLst>
              <a:ext uri="{FF2B5EF4-FFF2-40B4-BE49-F238E27FC236}">
                <a16:creationId xmlns:a16="http://schemas.microsoft.com/office/drawing/2014/main" id="{08DF230E-7736-7571-182C-6FDA9D57BA64}"/>
              </a:ext>
            </a:extLst>
          </p:cNvPr>
          <p:cNvPicPr>
            <a:picLocks noGrp="1" noChangeAspect="1"/>
          </p:cNvPicPr>
          <p:nvPr>
            <p:ph idx="1"/>
          </p:nvPr>
        </p:nvPicPr>
        <p:blipFill>
          <a:blip r:embed="rId3"/>
          <a:stretch>
            <a:fillRect/>
          </a:stretch>
        </p:blipFill>
        <p:spPr>
          <a:xfrm>
            <a:off x="580913" y="926876"/>
            <a:ext cx="11091134" cy="5591086"/>
          </a:xfrm>
        </p:spPr>
      </p:pic>
    </p:spTree>
    <p:extLst>
      <p:ext uri="{BB962C8B-B14F-4D97-AF65-F5344CB8AC3E}">
        <p14:creationId xmlns:p14="http://schemas.microsoft.com/office/powerpoint/2010/main" val="320853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69</a:t>
            </a:fld>
            <a:endParaRPr lang="en-US" dirty="0"/>
          </a:p>
        </p:txBody>
      </p:sp>
      <p:pic>
        <p:nvPicPr>
          <p:cNvPr id="10" name="Content Placeholder 9">
            <a:extLst>
              <a:ext uri="{FF2B5EF4-FFF2-40B4-BE49-F238E27FC236}">
                <a16:creationId xmlns:a16="http://schemas.microsoft.com/office/drawing/2014/main" id="{19CD365A-2E88-41E0-11C4-3A33E5B0013C}"/>
              </a:ext>
            </a:extLst>
          </p:cNvPr>
          <p:cNvPicPr>
            <a:picLocks noGrp="1" noChangeAspect="1"/>
          </p:cNvPicPr>
          <p:nvPr>
            <p:ph idx="1"/>
          </p:nvPr>
        </p:nvPicPr>
        <p:blipFill>
          <a:blip r:embed="rId3"/>
          <a:stretch>
            <a:fillRect/>
          </a:stretch>
        </p:blipFill>
        <p:spPr>
          <a:xfrm>
            <a:off x="516366" y="926876"/>
            <a:ext cx="11123407" cy="5577018"/>
          </a:xfrm>
        </p:spPr>
      </p:pic>
    </p:spTree>
    <p:extLst>
      <p:ext uri="{BB962C8B-B14F-4D97-AF65-F5344CB8AC3E}">
        <p14:creationId xmlns:p14="http://schemas.microsoft.com/office/powerpoint/2010/main" val="312799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70</a:t>
            </a:fld>
            <a:endParaRPr lang="en-US" dirty="0"/>
          </a:p>
        </p:txBody>
      </p:sp>
      <p:pic>
        <p:nvPicPr>
          <p:cNvPr id="10" name="Content Placeholder 9">
            <a:extLst>
              <a:ext uri="{FF2B5EF4-FFF2-40B4-BE49-F238E27FC236}">
                <a16:creationId xmlns:a16="http://schemas.microsoft.com/office/drawing/2014/main" id="{DC4E4542-9F5A-86D4-F4C6-ACD6FE66844D}"/>
              </a:ext>
            </a:extLst>
          </p:cNvPr>
          <p:cNvPicPr>
            <a:picLocks noGrp="1" noChangeAspect="1"/>
          </p:cNvPicPr>
          <p:nvPr>
            <p:ph idx="1"/>
          </p:nvPr>
        </p:nvPicPr>
        <p:blipFill>
          <a:blip r:embed="rId3"/>
          <a:stretch>
            <a:fillRect/>
          </a:stretch>
        </p:blipFill>
        <p:spPr>
          <a:xfrm>
            <a:off x="484094" y="926876"/>
            <a:ext cx="11155680" cy="5630751"/>
          </a:xfrm>
        </p:spPr>
      </p:pic>
    </p:spTree>
    <p:extLst>
      <p:ext uri="{BB962C8B-B14F-4D97-AF65-F5344CB8AC3E}">
        <p14:creationId xmlns:p14="http://schemas.microsoft.com/office/powerpoint/2010/main" val="108853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71</a:t>
            </a:fld>
            <a:endParaRPr lang="en-US" dirty="0"/>
          </a:p>
        </p:txBody>
      </p:sp>
      <p:pic>
        <p:nvPicPr>
          <p:cNvPr id="10" name="Content Placeholder 9">
            <a:extLst>
              <a:ext uri="{FF2B5EF4-FFF2-40B4-BE49-F238E27FC236}">
                <a16:creationId xmlns:a16="http://schemas.microsoft.com/office/drawing/2014/main" id="{3C824259-4456-B7EE-3461-A303EE37C673}"/>
              </a:ext>
            </a:extLst>
          </p:cNvPr>
          <p:cNvPicPr>
            <a:picLocks noGrp="1" noChangeAspect="1"/>
          </p:cNvPicPr>
          <p:nvPr>
            <p:ph idx="1"/>
          </p:nvPr>
        </p:nvPicPr>
        <p:blipFill>
          <a:blip r:embed="rId3"/>
          <a:stretch>
            <a:fillRect/>
          </a:stretch>
        </p:blipFill>
        <p:spPr>
          <a:xfrm>
            <a:off x="559398" y="926876"/>
            <a:ext cx="11187953" cy="5577018"/>
          </a:xfrm>
        </p:spPr>
      </p:pic>
    </p:spTree>
    <p:extLst>
      <p:ext uri="{BB962C8B-B14F-4D97-AF65-F5344CB8AC3E}">
        <p14:creationId xmlns:p14="http://schemas.microsoft.com/office/powerpoint/2010/main" val="3248679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72</a:t>
            </a:fld>
            <a:endParaRPr lang="en-US" dirty="0"/>
          </a:p>
        </p:txBody>
      </p:sp>
      <p:pic>
        <p:nvPicPr>
          <p:cNvPr id="10" name="Content Placeholder 9">
            <a:extLst>
              <a:ext uri="{FF2B5EF4-FFF2-40B4-BE49-F238E27FC236}">
                <a16:creationId xmlns:a16="http://schemas.microsoft.com/office/drawing/2014/main" id="{0733B0A2-7395-717A-A0AA-F60064F88D0A}"/>
              </a:ext>
            </a:extLst>
          </p:cNvPr>
          <p:cNvPicPr>
            <a:picLocks noGrp="1" noChangeAspect="1"/>
          </p:cNvPicPr>
          <p:nvPr>
            <p:ph idx="1"/>
          </p:nvPr>
        </p:nvPicPr>
        <p:blipFill>
          <a:blip r:embed="rId3"/>
          <a:stretch>
            <a:fillRect/>
          </a:stretch>
        </p:blipFill>
        <p:spPr>
          <a:xfrm>
            <a:off x="349647" y="921367"/>
            <a:ext cx="11471910" cy="5580067"/>
          </a:xfrm>
        </p:spPr>
      </p:pic>
    </p:spTree>
    <p:extLst>
      <p:ext uri="{BB962C8B-B14F-4D97-AF65-F5344CB8AC3E}">
        <p14:creationId xmlns:p14="http://schemas.microsoft.com/office/powerpoint/2010/main" val="2718954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73</a:t>
            </a:fld>
            <a:endParaRPr lang="en-US" dirty="0"/>
          </a:p>
        </p:txBody>
      </p:sp>
      <p:pic>
        <p:nvPicPr>
          <p:cNvPr id="10" name="Content Placeholder 9">
            <a:extLst>
              <a:ext uri="{FF2B5EF4-FFF2-40B4-BE49-F238E27FC236}">
                <a16:creationId xmlns:a16="http://schemas.microsoft.com/office/drawing/2014/main" id="{1794A095-8C55-A317-DDE6-A7C538E3C2BD}"/>
              </a:ext>
            </a:extLst>
          </p:cNvPr>
          <p:cNvPicPr>
            <a:picLocks noGrp="1" noChangeAspect="1"/>
          </p:cNvPicPr>
          <p:nvPr>
            <p:ph idx="1"/>
          </p:nvPr>
        </p:nvPicPr>
        <p:blipFill>
          <a:blip r:embed="rId3"/>
          <a:stretch>
            <a:fillRect/>
          </a:stretch>
        </p:blipFill>
        <p:spPr>
          <a:xfrm>
            <a:off x="505609" y="926876"/>
            <a:ext cx="11177196" cy="5577018"/>
          </a:xfrm>
        </p:spPr>
      </p:pic>
    </p:spTree>
    <p:extLst>
      <p:ext uri="{BB962C8B-B14F-4D97-AF65-F5344CB8AC3E}">
        <p14:creationId xmlns:p14="http://schemas.microsoft.com/office/powerpoint/2010/main" val="367852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74</a:t>
            </a:fld>
            <a:endParaRPr lang="en-US" dirty="0"/>
          </a:p>
        </p:txBody>
      </p:sp>
      <p:pic>
        <p:nvPicPr>
          <p:cNvPr id="10" name="Content Placeholder 9">
            <a:extLst>
              <a:ext uri="{FF2B5EF4-FFF2-40B4-BE49-F238E27FC236}">
                <a16:creationId xmlns:a16="http://schemas.microsoft.com/office/drawing/2014/main" id="{DCFCFD01-D4EC-F635-29D4-600199DBBA81}"/>
              </a:ext>
            </a:extLst>
          </p:cNvPr>
          <p:cNvPicPr>
            <a:picLocks noGrp="1" noChangeAspect="1"/>
          </p:cNvPicPr>
          <p:nvPr>
            <p:ph idx="1"/>
          </p:nvPr>
        </p:nvPicPr>
        <p:blipFill>
          <a:blip r:embed="rId3"/>
          <a:stretch>
            <a:fillRect/>
          </a:stretch>
        </p:blipFill>
        <p:spPr>
          <a:xfrm>
            <a:off x="516367" y="926876"/>
            <a:ext cx="11230984" cy="5580067"/>
          </a:xfrm>
        </p:spPr>
      </p:pic>
    </p:spTree>
    <p:extLst>
      <p:ext uri="{BB962C8B-B14F-4D97-AF65-F5344CB8AC3E}">
        <p14:creationId xmlns:p14="http://schemas.microsoft.com/office/powerpoint/2010/main" val="37586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75</a:t>
            </a:fld>
            <a:endParaRPr lang="en-US" dirty="0"/>
          </a:p>
        </p:txBody>
      </p:sp>
      <p:pic>
        <p:nvPicPr>
          <p:cNvPr id="10" name="Content Placeholder 9">
            <a:extLst>
              <a:ext uri="{FF2B5EF4-FFF2-40B4-BE49-F238E27FC236}">
                <a16:creationId xmlns:a16="http://schemas.microsoft.com/office/drawing/2014/main" id="{D15FD97B-2AAB-C0E4-A1EA-AFB018702358}"/>
              </a:ext>
            </a:extLst>
          </p:cNvPr>
          <p:cNvPicPr>
            <a:picLocks noGrp="1" noChangeAspect="1"/>
          </p:cNvPicPr>
          <p:nvPr>
            <p:ph idx="1"/>
          </p:nvPr>
        </p:nvPicPr>
        <p:blipFill>
          <a:blip r:embed="rId3"/>
          <a:stretch>
            <a:fillRect/>
          </a:stretch>
        </p:blipFill>
        <p:spPr>
          <a:xfrm>
            <a:off x="516368" y="926877"/>
            <a:ext cx="11263256" cy="5591086"/>
          </a:xfrm>
        </p:spPr>
      </p:pic>
    </p:spTree>
    <p:extLst>
      <p:ext uri="{BB962C8B-B14F-4D97-AF65-F5344CB8AC3E}">
        <p14:creationId xmlns:p14="http://schemas.microsoft.com/office/powerpoint/2010/main" val="171772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76</a:t>
            </a:fld>
            <a:endParaRPr lang="en-US" dirty="0"/>
          </a:p>
        </p:txBody>
      </p:sp>
      <p:pic>
        <p:nvPicPr>
          <p:cNvPr id="9" name="Content Placeholder 8">
            <a:extLst>
              <a:ext uri="{FF2B5EF4-FFF2-40B4-BE49-F238E27FC236}">
                <a16:creationId xmlns:a16="http://schemas.microsoft.com/office/drawing/2014/main" id="{F159AFCB-92ED-DC53-531E-9FE96C1D9582}"/>
              </a:ext>
            </a:extLst>
          </p:cNvPr>
          <p:cNvPicPr>
            <a:picLocks noGrp="1" noChangeAspect="1"/>
          </p:cNvPicPr>
          <p:nvPr>
            <p:ph idx="1"/>
          </p:nvPr>
        </p:nvPicPr>
        <p:blipFill>
          <a:blip r:embed="rId3"/>
          <a:stretch>
            <a:fillRect/>
          </a:stretch>
        </p:blipFill>
        <p:spPr>
          <a:xfrm>
            <a:off x="516366" y="926876"/>
            <a:ext cx="11241741" cy="5667823"/>
          </a:xfrm>
        </p:spPr>
      </p:pic>
    </p:spTree>
    <p:extLst>
      <p:ext uri="{BB962C8B-B14F-4D97-AF65-F5344CB8AC3E}">
        <p14:creationId xmlns:p14="http://schemas.microsoft.com/office/powerpoint/2010/main" val="3380920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77</a:t>
            </a:fld>
            <a:endParaRPr lang="en-US" dirty="0"/>
          </a:p>
        </p:txBody>
      </p:sp>
      <p:pic>
        <p:nvPicPr>
          <p:cNvPr id="14" name="Content Placeholder 13">
            <a:extLst>
              <a:ext uri="{FF2B5EF4-FFF2-40B4-BE49-F238E27FC236}">
                <a16:creationId xmlns:a16="http://schemas.microsoft.com/office/drawing/2014/main" id="{91BD20E1-CF37-DE6A-5229-D189B7C780FE}"/>
              </a:ext>
            </a:extLst>
          </p:cNvPr>
          <p:cNvPicPr>
            <a:picLocks noGrp="1" noChangeAspect="1"/>
          </p:cNvPicPr>
          <p:nvPr>
            <p:ph idx="1"/>
          </p:nvPr>
        </p:nvPicPr>
        <p:blipFill>
          <a:blip r:embed="rId3"/>
          <a:stretch>
            <a:fillRect/>
          </a:stretch>
        </p:blipFill>
        <p:spPr>
          <a:xfrm>
            <a:off x="516367" y="926876"/>
            <a:ext cx="11198711" cy="5591086"/>
          </a:xfrm>
        </p:spPr>
      </p:pic>
    </p:spTree>
    <p:extLst>
      <p:ext uri="{BB962C8B-B14F-4D97-AF65-F5344CB8AC3E}">
        <p14:creationId xmlns:p14="http://schemas.microsoft.com/office/powerpoint/2010/main" val="3820995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78</a:t>
            </a:fld>
            <a:endParaRPr lang="en-US" dirty="0"/>
          </a:p>
        </p:txBody>
      </p:sp>
      <p:pic>
        <p:nvPicPr>
          <p:cNvPr id="9" name="Content Placeholder 8">
            <a:extLst>
              <a:ext uri="{FF2B5EF4-FFF2-40B4-BE49-F238E27FC236}">
                <a16:creationId xmlns:a16="http://schemas.microsoft.com/office/drawing/2014/main" id="{83BE1BFB-C7F3-BBCD-9FD8-70199FC5E051}"/>
              </a:ext>
            </a:extLst>
          </p:cNvPr>
          <p:cNvPicPr>
            <a:picLocks noGrp="1" noChangeAspect="1"/>
          </p:cNvPicPr>
          <p:nvPr>
            <p:ph idx="1"/>
          </p:nvPr>
        </p:nvPicPr>
        <p:blipFill>
          <a:blip r:embed="rId3"/>
          <a:stretch>
            <a:fillRect/>
          </a:stretch>
        </p:blipFill>
        <p:spPr>
          <a:xfrm>
            <a:off x="537883" y="926876"/>
            <a:ext cx="11209468" cy="5577018"/>
          </a:xfrm>
        </p:spPr>
      </p:pic>
    </p:spTree>
    <p:extLst>
      <p:ext uri="{BB962C8B-B14F-4D97-AF65-F5344CB8AC3E}">
        <p14:creationId xmlns:p14="http://schemas.microsoft.com/office/powerpoint/2010/main" val="199887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79</a:t>
            </a:fld>
            <a:endParaRPr lang="en-US" dirty="0"/>
          </a:p>
        </p:txBody>
      </p:sp>
      <p:pic>
        <p:nvPicPr>
          <p:cNvPr id="9" name="Content Placeholder 8">
            <a:extLst>
              <a:ext uri="{FF2B5EF4-FFF2-40B4-BE49-F238E27FC236}">
                <a16:creationId xmlns:a16="http://schemas.microsoft.com/office/drawing/2014/main" id="{E6924CAF-55B5-4524-2C31-68E174457812}"/>
              </a:ext>
            </a:extLst>
          </p:cNvPr>
          <p:cNvPicPr>
            <a:picLocks noGrp="1" noChangeAspect="1"/>
          </p:cNvPicPr>
          <p:nvPr>
            <p:ph idx="1"/>
          </p:nvPr>
        </p:nvPicPr>
        <p:blipFill>
          <a:blip r:embed="rId3"/>
          <a:stretch>
            <a:fillRect/>
          </a:stretch>
        </p:blipFill>
        <p:spPr>
          <a:xfrm>
            <a:off x="527125" y="926876"/>
            <a:ext cx="11187953" cy="5577018"/>
          </a:xfrm>
        </p:spPr>
      </p:pic>
    </p:spTree>
    <p:extLst>
      <p:ext uri="{BB962C8B-B14F-4D97-AF65-F5344CB8AC3E}">
        <p14:creationId xmlns:p14="http://schemas.microsoft.com/office/powerpoint/2010/main" val="82505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80</a:t>
            </a:fld>
            <a:endParaRPr lang="en-US" dirty="0"/>
          </a:p>
        </p:txBody>
      </p:sp>
      <p:pic>
        <p:nvPicPr>
          <p:cNvPr id="9" name="Content Placeholder 8">
            <a:extLst>
              <a:ext uri="{FF2B5EF4-FFF2-40B4-BE49-F238E27FC236}">
                <a16:creationId xmlns:a16="http://schemas.microsoft.com/office/drawing/2014/main" id="{69A135A2-7510-DA48-5FEA-710B6AC2F316}"/>
              </a:ext>
            </a:extLst>
          </p:cNvPr>
          <p:cNvPicPr>
            <a:picLocks noGrp="1" noChangeAspect="1"/>
          </p:cNvPicPr>
          <p:nvPr>
            <p:ph idx="1"/>
          </p:nvPr>
        </p:nvPicPr>
        <p:blipFill>
          <a:blip r:embed="rId3"/>
          <a:stretch>
            <a:fillRect/>
          </a:stretch>
        </p:blipFill>
        <p:spPr>
          <a:xfrm>
            <a:off x="432458" y="940944"/>
            <a:ext cx="11306287" cy="5577018"/>
          </a:xfrm>
        </p:spPr>
      </p:pic>
    </p:spTree>
    <p:extLst>
      <p:ext uri="{BB962C8B-B14F-4D97-AF65-F5344CB8AC3E}">
        <p14:creationId xmlns:p14="http://schemas.microsoft.com/office/powerpoint/2010/main" val="2120578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81</a:t>
            </a:fld>
            <a:endParaRPr lang="en-US" dirty="0"/>
          </a:p>
        </p:txBody>
      </p:sp>
      <p:pic>
        <p:nvPicPr>
          <p:cNvPr id="9" name="Content Placeholder 8">
            <a:extLst>
              <a:ext uri="{FF2B5EF4-FFF2-40B4-BE49-F238E27FC236}">
                <a16:creationId xmlns:a16="http://schemas.microsoft.com/office/drawing/2014/main" id="{45DE8F2C-C81A-EF96-4811-BA1665683EC3}"/>
              </a:ext>
            </a:extLst>
          </p:cNvPr>
          <p:cNvPicPr>
            <a:picLocks noGrp="1" noChangeAspect="1"/>
          </p:cNvPicPr>
          <p:nvPr>
            <p:ph idx="1"/>
          </p:nvPr>
        </p:nvPicPr>
        <p:blipFill>
          <a:blip r:embed="rId3"/>
          <a:stretch>
            <a:fillRect/>
          </a:stretch>
        </p:blipFill>
        <p:spPr>
          <a:xfrm>
            <a:off x="505610" y="926876"/>
            <a:ext cx="11112650" cy="5591086"/>
          </a:xfrm>
        </p:spPr>
      </p:pic>
    </p:spTree>
    <p:extLst>
      <p:ext uri="{BB962C8B-B14F-4D97-AF65-F5344CB8AC3E}">
        <p14:creationId xmlns:p14="http://schemas.microsoft.com/office/powerpoint/2010/main" val="1178427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82</a:t>
            </a:fld>
            <a:endParaRPr lang="en-US" dirty="0"/>
          </a:p>
        </p:txBody>
      </p:sp>
      <p:pic>
        <p:nvPicPr>
          <p:cNvPr id="9" name="Content Placeholder 8">
            <a:extLst>
              <a:ext uri="{FF2B5EF4-FFF2-40B4-BE49-F238E27FC236}">
                <a16:creationId xmlns:a16="http://schemas.microsoft.com/office/drawing/2014/main" id="{B29558A8-E867-3040-9631-AC01660AFB5B}"/>
              </a:ext>
            </a:extLst>
          </p:cNvPr>
          <p:cNvPicPr>
            <a:picLocks noGrp="1" noChangeAspect="1"/>
          </p:cNvPicPr>
          <p:nvPr>
            <p:ph idx="1"/>
          </p:nvPr>
        </p:nvPicPr>
        <p:blipFill>
          <a:blip r:embed="rId3"/>
          <a:stretch>
            <a:fillRect/>
          </a:stretch>
        </p:blipFill>
        <p:spPr>
          <a:xfrm>
            <a:off x="484095" y="926876"/>
            <a:ext cx="11263256" cy="5577018"/>
          </a:xfrm>
        </p:spPr>
      </p:pic>
    </p:spTree>
    <p:extLst>
      <p:ext uri="{BB962C8B-B14F-4D97-AF65-F5344CB8AC3E}">
        <p14:creationId xmlns:p14="http://schemas.microsoft.com/office/powerpoint/2010/main" val="383427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83</a:t>
            </a:fld>
            <a:endParaRPr lang="en-US" dirty="0"/>
          </a:p>
        </p:txBody>
      </p:sp>
      <p:pic>
        <p:nvPicPr>
          <p:cNvPr id="9" name="Content Placeholder 8">
            <a:extLst>
              <a:ext uri="{FF2B5EF4-FFF2-40B4-BE49-F238E27FC236}">
                <a16:creationId xmlns:a16="http://schemas.microsoft.com/office/drawing/2014/main" id="{0E04F679-D42D-273C-FF69-ED25E88AA521}"/>
              </a:ext>
            </a:extLst>
          </p:cNvPr>
          <p:cNvPicPr>
            <a:picLocks noGrp="1" noChangeAspect="1"/>
          </p:cNvPicPr>
          <p:nvPr>
            <p:ph idx="1"/>
          </p:nvPr>
        </p:nvPicPr>
        <p:blipFill>
          <a:blip r:embed="rId3"/>
          <a:stretch>
            <a:fillRect/>
          </a:stretch>
        </p:blipFill>
        <p:spPr>
          <a:xfrm>
            <a:off x="505609" y="926876"/>
            <a:ext cx="11187953" cy="5577018"/>
          </a:xfrm>
        </p:spPr>
      </p:pic>
    </p:spTree>
    <p:extLst>
      <p:ext uri="{BB962C8B-B14F-4D97-AF65-F5344CB8AC3E}">
        <p14:creationId xmlns:p14="http://schemas.microsoft.com/office/powerpoint/2010/main" val="11308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84</a:t>
            </a:fld>
            <a:endParaRPr lang="en-US" dirty="0"/>
          </a:p>
        </p:txBody>
      </p:sp>
      <p:pic>
        <p:nvPicPr>
          <p:cNvPr id="9" name="Content Placeholder 8">
            <a:extLst>
              <a:ext uri="{FF2B5EF4-FFF2-40B4-BE49-F238E27FC236}">
                <a16:creationId xmlns:a16="http://schemas.microsoft.com/office/drawing/2014/main" id="{10741B2D-F33C-36FE-8BFE-0E4E30B7E1ED}"/>
              </a:ext>
            </a:extLst>
          </p:cNvPr>
          <p:cNvPicPr>
            <a:picLocks noGrp="1" noChangeAspect="1"/>
          </p:cNvPicPr>
          <p:nvPr>
            <p:ph idx="1"/>
          </p:nvPr>
        </p:nvPicPr>
        <p:blipFill>
          <a:blip r:embed="rId3"/>
          <a:stretch>
            <a:fillRect/>
          </a:stretch>
        </p:blipFill>
        <p:spPr>
          <a:xfrm>
            <a:off x="451822" y="926876"/>
            <a:ext cx="11091134" cy="5577018"/>
          </a:xfrm>
        </p:spPr>
      </p:pic>
    </p:spTree>
    <p:extLst>
      <p:ext uri="{BB962C8B-B14F-4D97-AF65-F5344CB8AC3E}">
        <p14:creationId xmlns:p14="http://schemas.microsoft.com/office/powerpoint/2010/main" val="3716924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Sequence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85</a:t>
            </a:fld>
            <a:endParaRPr lang="en-US" dirty="0"/>
          </a:p>
        </p:txBody>
      </p:sp>
      <p:pic>
        <p:nvPicPr>
          <p:cNvPr id="10" name="Content Placeholder 9">
            <a:extLst>
              <a:ext uri="{FF2B5EF4-FFF2-40B4-BE49-F238E27FC236}">
                <a16:creationId xmlns:a16="http://schemas.microsoft.com/office/drawing/2014/main" id="{38619747-9C60-77A7-DD0F-7DBF12AA146F}"/>
              </a:ext>
            </a:extLst>
          </p:cNvPr>
          <p:cNvPicPr>
            <a:picLocks noGrp="1" noChangeAspect="1"/>
          </p:cNvPicPr>
          <p:nvPr>
            <p:ph idx="1"/>
          </p:nvPr>
        </p:nvPicPr>
        <p:blipFill>
          <a:blip r:embed="rId3"/>
          <a:stretch>
            <a:fillRect/>
          </a:stretch>
        </p:blipFill>
        <p:spPr>
          <a:xfrm>
            <a:off x="451821" y="926876"/>
            <a:ext cx="11230984" cy="5591086"/>
          </a:xfrm>
        </p:spPr>
      </p:pic>
    </p:spTree>
    <p:extLst>
      <p:ext uri="{BB962C8B-B14F-4D97-AF65-F5344CB8AC3E}">
        <p14:creationId xmlns:p14="http://schemas.microsoft.com/office/powerpoint/2010/main" val="2855453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Entity Relationship Diagram</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86</a:t>
            </a:fld>
            <a:endParaRPr lang="en-US" dirty="0"/>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53386" y="1074738"/>
            <a:ext cx="4885228" cy="5127625"/>
          </a:xfrm>
        </p:spPr>
      </p:pic>
    </p:spTree>
    <p:extLst>
      <p:ext uri="{BB962C8B-B14F-4D97-AF65-F5344CB8AC3E}">
        <p14:creationId xmlns:p14="http://schemas.microsoft.com/office/powerpoint/2010/main" val="266716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Deployment Diagram</a:t>
            </a:r>
          </a:p>
        </p:txBody>
      </p:sp>
      <p:pic>
        <p:nvPicPr>
          <p:cNvPr id="8" name="Content Placeholder 7">
            <a:extLst>
              <a:ext uri="{FF2B5EF4-FFF2-40B4-BE49-F238E27FC236}">
                <a16:creationId xmlns:a16="http://schemas.microsoft.com/office/drawing/2014/main" id="{7D7DEC26-DCBA-A166-AE38-B125F5278658}"/>
              </a:ext>
            </a:extLst>
          </p:cNvPr>
          <p:cNvPicPr>
            <a:picLocks noGrp="1" noChangeAspect="1"/>
          </p:cNvPicPr>
          <p:nvPr>
            <p:ph idx="1"/>
          </p:nvPr>
        </p:nvPicPr>
        <p:blipFill>
          <a:blip r:embed="rId3"/>
          <a:stretch>
            <a:fillRect/>
          </a:stretch>
        </p:blipFill>
        <p:spPr>
          <a:xfrm>
            <a:off x="2874153" y="919176"/>
            <a:ext cx="6422897" cy="5584718"/>
          </a:xfrm>
        </p:spPr>
      </p:pic>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87</a:t>
            </a:fld>
            <a:endParaRPr lang="en-US" dirty="0"/>
          </a:p>
        </p:txBody>
      </p:sp>
    </p:spTree>
    <p:extLst>
      <p:ext uri="{BB962C8B-B14F-4D97-AF65-F5344CB8AC3E}">
        <p14:creationId xmlns:p14="http://schemas.microsoft.com/office/powerpoint/2010/main" val="673445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Task Assign (to each team member)</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88</a:t>
            </a:fld>
            <a:endParaRPr lang="en-US" dirty="0"/>
          </a:p>
        </p:txBody>
      </p:sp>
      <p:graphicFrame>
        <p:nvGraphicFramePr>
          <p:cNvPr id="7" name="Table 6">
            <a:extLst>
              <a:ext uri="{FF2B5EF4-FFF2-40B4-BE49-F238E27FC236}">
                <a16:creationId xmlns:a16="http://schemas.microsoft.com/office/drawing/2014/main" id="{3266EB64-AF58-9B0E-707D-3DA3FEE09DDE}"/>
              </a:ext>
            </a:extLst>
          </p:cNvPr>
          <p:cNvGraphicFramePr>
            <a:graphicFrameLocks noGrp="1"/>
          </p:cNvGraphicFramePr>
          <p:nvPr>
            <p:extLst>
              <p:ext uri="{D42A27DB-BD31-4B8C-83A1-F6EECF244321}">
                <p14:modId xmlns:p14="http://schemas.microsoft.com/office/powerpoint/2010/main" val="2000893530"/>
              </p:ext>
            </p:extLst>
          </p:nvPr>
        </p:nvGraphicFramePr>
        <p:xfrm>
          <a:off x="140677" y="926876"/>
          <a:ext cx="11844996" cy="5580067"/>
        </p:xfrm>
        <a:graphic>
          <a:graphicData uri="http://schemas.openxmlformats.org/drawingml/2006/table">
            <a:tbl>
              <a:tblPr firstRow="1" bandRow="1">
                <a:tableStyleId>{5C22544A-7EE6-4342-B048-85BDC9FD1C3A}</a:tableStyleId>
              </a:tblPr>
              <a:tblGrid>
                <a:gridCol w="627808">
                  <a:extLst>
                    <a:ext uri="{9D8B030D-6E8A-4147-A177-3AD203B41FA5}">
                      <a16:colId xmlns:a16="http://schemas.microsoft.com/office/drawing/2014/main" val="1633650207"/>
                    </a:ext>
                  </a:extLst>
                </a:gridCol>
                <a:gridCol w="1206230">
                  <a:extLst>
                    <a:ext uri="{9D8B030D-6E8A-4147-A177-3AD203B41FA5}">
                      <a16:colId xmlns:a16="http://schemas.microsoft.com/office/drawing/2014/main" val="1297067937"/>
                    </a:ext>
                  </a:extLst>
                </a:gridCol>
                <a:gridCol w="3001619">
                  <a:extLst>
                    <a:ext uri="{9D8B030D-6E8A-4147-A177-3AD203B41FA5}">
                      <a16:colId xmlns:a16="http://schemas.microsoft.com/office/drawing/2014/main" val="901268126"/>
                    </a:ext>
                  </a:extLst>
                </a:gridCol>
                <a:gridCol w="1173257">
                  <a:extLst>
                    <a:ext uri="{9D8B030D-6E8A-4147-A177-3AD203B41FA5}">
                      <a16:colId xmlns:a16="http://schemas.microsoft.com/office/drawing/2014/main" val="1404482132"/>
                    </a:ext>
                  </a:extLst>
                </a:gridCol>
                <a:gridCol w="1105319">
                  <a:extLst>
                    <a:ext uri="{9D8B030D-6E8A-4147-A177-3AD203B41FA5}">
                      <a16:colId xmlns:a16="http://schemas.microsoft.com/office/drawing/2014/main" val="1765678797"/>
                    </a:ext>
                  </a:extLst>
                </a:gridCol>
                <a:gridCol w="2039815">
                  <a:extLst>
                    <a:ext uri="{9D8B030D-6E8A-4147-A177-3AD203B41FA5}">
                      <a16:colId xmlns:a16="http://schemas.microsoft.com/office/drawing/2014/main" val="1605309621"/>
                    </a:ext>
                  </a:extLst>
                </a:gridCol>
                <a:gridCol w="2690948">
                  <a:extLst>
                    <a:ext uri="{9D8B030D-6E8A-4147-A177-3AD203B41FA5}">
                      <a16:colId xmlns:a16="http://schemas.microsoft.com/office/drawing/2014/main" val="1002340534"/>
                    </a:ext>
                  </a:extLst>
                </a:gridCol>
              </a:tblGrid>
              <a:tr h="388858">
                <a:tc>
                  <a:txBody>
                    <a:bodyPr/>
                    <a:lstStyle/>
                    <a:p>
                      <a:pPr algn="ctr"/>
                      <a:r>
                        <a:rPr lang="en-US" sz="1600" dirty="0">
                          <a:latin typeface="Helvetica Neue"/>
                        </a:rPr>
                        <a:t>HCL</a:t>
                      </a:r>
                    </a:p>
                  </a:txBody>
                  <a:tcPr/>
                </a:tc>
                <a:tc gridSpan="6">
                  <a:txBody>
                    <a:bodyPr/>
                    <a:lstStyle/>
                    <a:p>
                      <a:pPr algn="ctr"/>
                      <a:r>
                        <a:rPr lang="en-US" sz="1600" dirty="0">
                          <a:latin typeface="Helvetica Neue"/>
                        </a:rPr>
                        <a:t>HCL Electronic Shop</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160220974"/>
                  </a:ext>
                </a:extLst>
              </a:tr>
              <a:tr h="574630">
                <a:tc>
                  <a:txBody>
                    <a:bodyPr/>
                    <a:lstStyle/>
                    <a:p>
                      <a:pPr algn="ctr"/>
                      <a:r>
                        <a:rPr lang="en-US" sz="1600" dirty="0">
                          <a:latin typeface="Helvetica Neue"/>
                        </a:rPr>
                        <a:t>No</a:t>
                      </a:r>
                    </a:p>
                  </a:txBody>
                  <a:tcPr/>
                </a:tc>
                <a:tc>
                  <a:txBody>
                    <a:bodyPr/>
                    <a:lstStyle/>
                    <a:p>
                      <a:pPr algn="ctr"/>
                      <a:r>
                        <a:rPr lang="en-US" sz="1600" dirty="0">
                          <a:latin typeface="Helvetica Neue"/>
                        </a:rPr>
                        <a:t>Task name</a:t>
                      </a:r>
                    </a:p>
                  </a:txBody>
                  <a:tcPr/>
                </a:tc>
                <a:tc>
                  <a:txBody>
                    <a:bodyPr/>
                    <a:lstStyle/>
                    <a:p>
                      <a:pPr algn="ctr"/>
                      <a:r>
                        <a:rPr lang="en-US" sz="1600" dirty="0">
                          <a:latin typeface="Helvetica Neue"/>
                        </a:rPr>
                        <a:t>Description</a:t>
                      </a:r>
                    </a:p>
                  </a:txBody>
                  <a:tcPr/>
                </a:tc>
                <a:tc>
                  <a:txBody>
                    <a:bodyPr/>
                    <a:lstStyle/>
                    <a:p>
                      <a:pPr algn="ctr"/>
                      <a:r>
                        <a:rPr lang="en-US" sz="1600" dirty="0">
                          <a:latin typeface="Helvetica Neue"/>
                        </a:rPr>
                        <a:t>Start Date</a:t>
                      </a:r>
                    </a:p>
                  </a:txBody>
                  <a:tcPr/>
                </a:tc>
                <a:tc>
                  <a:txBody>
                    <a:bodyPr/>
                    <a:lstStyle/>
                    <a:p>
                      <a:pPr algn="ctr"/>
                      <a:r>
                        <a:rPr lang="en-US" sz="1600" dirty="0">
                          <a:latin typeface="Helvetica Neue"/>
                        </a:rPr>
                        <a:t>End Date</a:t>
                      </a:r>
                    </a:p>
                  </a:txBody>
                  <a:tcPr/>
                </a:tc>
                <a:tc>
                  <a:txBody>
                    <a:bodyPr/>
                    <a:lstStyle/>
                    <a:p>
                      <a:pPr algn="ctr"/>
                      <a:r>
                        <a:rPr lang="en-US" sz="1600" dirty="0">
                          <a:latin typeface="Helvetica Neue"/>
                        </a:rPr>
                        <a:t>Member</a:t>
                      </a:r>
                    </a:p>
                  </a:txBody>
                  <a:tcPr/>
                </a:tc>
                <a:tc>
                  <a:txBody>
                    <a:bodyPr/>
                    <a:lstStyle/>
                    <a:p>
                      <a:pPr algn="ctr"/>
                      <a:r>
                        <a:rPr lang="en-US" sz="1600" dirty="0">
                          <a:latin typeface="Helvetica Neue"/>
                        </a:rPr>
                        <a:t>Self Assessment</a:t>
                      </a:r>
                    </a:p>
                  </a:txBody>
                  <a:tcPr/>
                </a:tc>
                <a:extLst>
                  <a:ext uri="{0D108BD9-81ED-4DB2-BD59-A6C34878D82A}">
                    <a16:rowId xmlns:a16="http://schemas.microsoft.com/office/drawing/2014/main" val="334843197"/>
                  </a:ext>
                </a:extLst>
              </a:tr>
              <a:tr h="789685">
                <a:tc>
                  <a:txBody>
                    <a:bodyPr/>
                    <a:lstStyle/>
                    <a:p>
                      <a:pPr algn="ctr"/>
                      <a:r>
                        <a:rPr lang="en-US" sz="1600" dirty="0">
                          <a:latin typeface="Helvetica Neue"/>
                        </a:rPr>
                        <a:t>1</a:t>
                      </a:r>
                    </a:p>
                  </a:txBody>
                  <a:tcPr/>
                </a:tc>
                <a:tc>
                  <a:txBody>
                    <a:bodyPr/>
                    <a:lstStyle/>
                    <a:p>
                      <a:pPr algn="ctr"/>
                      <a:r>
                        <a:rPr lang="en-US" sz="1600" dirty="0">
                          <a:latin typeface="Helvetica Neue"/>
                        </a:rPr>
                        <a:t>Create Database</a:t>
                      </a:r>
                    </a:p>
                  </a:txBody>
                  <a:tcPr/>
                </a:tc>
                <a:tc>
                  <a:txBody>
                    <a:bodyPr/>
                    <a:lstStyle/>
                    <a:p>
                      <a:pPr algn="just"/>
                      <a:r>
                        <a:rPr lang="en-US" sz="1600" dirty="0">
                          <a:latin typeface="Helvetica Neue"/>
                        </a:rPr>
                        <a:t>Create and make changes or adjustments to the database.</a:t>
                      </a:r>
                    </a:p>
                  </a:txBody>
                  <a:tcPr/>
                </a:tc>
                <a:tc>
                  <a:txBody>
                    <a:bodyPr/>
                    <a:lstStyle/>
                    <a:p>
                      <a:pPr algn="ctr"/>
                      <a:r>
                        <a:rPr lang="en-US" sz="1600" dirty="0">
                          <a:latin typeface="Helvetica Neue"/>
                        </a:rPr>
                        <a:t>May 29</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June 1</a:t>
                      </a:r>
                      <a:r>
                        <a:rPr lang="en-US" sz="1600" baseline="30000" dirty="0">
                          <a:latin typeface="Helvetica Neue"/>
                        </a:rPr>
                        <a:t>st</a:t>
                      </a:r>
                      <a:endParaRPr lang="en-US" sz="1600" dirty="0">
                        <a:latin typeface="Helvetica Neue"/>
                      </a:endParaRPr>
                    </a:p>
                  </a:txBody>
                  <a:tcPr/>
                </a:tc>
                <a:tc>
                  <a:txBody>
                    <a:bodyPr/>
                    <a:lstStyle/>
                    <a:p>
                      <a:pPr algn="ctr"/>
                      <a:r>
                        <a:rPr lang="en-US" sz="1600" dirty="0">
                          <a:latin typeface="Helvetica Neue"/>
                        </a:rPr>
                        <a:t>Long, Cuong &amp; Huy</a:t>
                      </a:r>
                    </a:p>
                  </a:txBody>
                  <a:tcPr/>
                </a:tc>
                <a:tc>
                  <a:txBody>
                    <a:bodyPr/>
                    <a:lstStyle/>
                    <a:p>
                      <a:pPr algn="just"/>
                      <a:endParaRPr lang="en-US" sz="1600" dirty="0">
                        <a:latin typeface="Helvetica Neue"/>
                      </a:endParaRPr>
                    </a:p>
                  </a:txBody>
                  <a:tcPr/>
                </a:tc>
                <a:extLst>
                  <a:ext uri="{0D108BD9-81ED-4DB2-BD59-A6C34878D82A}">
                    <a16:rowId xmlns:a16="http://schemas.microsoft.com/office/drawing/2014/main" val="1861114673"/>
                  </a:ext>
                </a:extLst>
              </a:tr>
              <a:tr h="954469">
                <a:tc>
                  <a:txBody>
                    <a:bodyPr/>
                    <a:lstStyle/>
                    <a:p>
                      <a:pPr algn="ctr"/>
                      <a:r>
                        <a:rPr lang="en-US" sz="1600" dirty="0">
                          <a:latin typeface="Helvetica Neue"/>
                        </a:rPr>
                        <a:t>2</a:t>
                      </a:r>
                    </a:p>
                  </a:txBody>
                  <a:tcPr/>
                </a:tc>
                <a:tc>
                  <a:txBody>
                    <a:bodyPr/>
                    <a:lstStyle/>
                    <a:p>
                      <a:pPr algn="ctr"/>
                      <a:r>
                        <a:rPr lang="en-US" sz="1600" dirty="0">
                          <a:latin typeface="Helvetica Neue"/>
                        </a:rPr>
                        <a:t>Code Logic</a:t>
                      </a:r>
                    </a:p>
                  </a:txBody>
                  <a:tcPr/>
                </a:tc>
                <a:tc>
                  <a:txBody>
                    <a:bodyPr/>
                    <a:lstStyle/>
                    <a:p>
                      <a:pPr algn="just"/>
                      <a:r>
                        <a:rPr lang="en-US" sz="1600" dirty="0">
                          <a:latin typeface="Helvetica Neue"/>
                        </a:rPr>
                        <a:t>Come up with most of the ideas for how the system of the application will work.</a:t>
                      </a:r>
                    </a:p>
                  </a:txBody>
                  <a:tcPr/>
                </a:tc>
                <a:tc>
                  <a:txBody>
                    <a:bodyPr/>
                    <a:lstStyle/>
                    <a:p>
                      <a:pPr algn="ctr"/>
                      <a:r>
                        <a:rPr lang="en-US" sz="1600" dirty="0">
                          <a:latin typeface="Helvetica Neue"/>
                        </a:rPr>
                        <a:t>May 29</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June 10</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Long &amp; Huy</a:t>
                      </a:r>
                    </a:p>
                  </a:txBody>
                  <a:tcPr/>
                </a:tc>
                <a:tc>
                  <a:txBody>
                    <a:bodyPr/>
                    <a:lstStyle/>
                    <a:p>
                      <a:pPr algn="just"/>
                      <a:endParaRPr lang="en-US" sz="1600">
                        <a:latin typeface="Helvetica Neue"/>
                      </a:endParaRPr>
                    </a:p>
                  </a:txBody>
                  <a:tcPr/>
                </a:tc>
                <a:extLst>
                  <a:ext uri="{0D108BD9-81ED-4DB2-BD59-A6C34878D82A}">
                    <a16:rowId xmlns:a16="http://schemas.microsoft.com/office/drawing/2014/main" val="896492762"/>
                  </a:ext>
                </a:extLst>
              </a:tr>
              <a:tr h="671663">
                <a:tc>
                  <a:txBody>
                    <a:bodyPr/>
                    <a:lstStyle/>
                    <a:p>
                      <a:pPr algn="ctr"/>
                      <a:r>
                        <a:rPr lang="en-US" sz="1600" dirty="0">
                          <a:latin typeface="Helvetica Neue"/>
                        </a:rPr>
                        <a:t>3</a:t>
                      </a:r>
                    </a:p>
                  </a:txBody>
                  <a:tcPr/>
                </a:tc>
                <a:tc>
                  <a:txBody>
                    <a:bodyPr/>
                    <a:lstStyle/>
                    <a:p>
                      <a:pPr algn="ctr"/>
                      <a:r>
                        <a:rPr lang="en-US" sz="1600" dirty="0">
                          <a:latin typeface="Helvetica Neue"/>
                        </a:rPr>
                        <a:t>Draw Diagram</a:t>
                      </a:r>
                    </a:p>
                  </a:txBody>
                  <a:tcPr/>
                </a:tc>
                <a:tc>
                  <a:txBody>
                    <a:bodyPr/>
                    <a:lstStyle/>
                    <a:p>
                      <a:pPr algn="just"/>
                      <a:r>
                        <a:rPr lang="en-US" sz="1600" dirty="0">
                          <a:latin typeface="Helvetica Neue"/>
                        </a:rPr>
                        <a:t>Drawing flowcharts and the diagrams for the code logic.</a:t>
                      </a:r>
                    </a:p>
                  </a:txBody>
                  <a:tcPr/>
                </a:tc>
                <a:tc>
                  <a:txBody>
                    <a:bodyPr/>
                    <a:lstStyle/>
                    <a:p>
                      <a:pPr algn="ctr"/>
                      <a:r>
                        <a:rPr lang="en-US" sz="1600" dirty="0">
                          <a:latin typeface="Helvetica Neue"/>
                        </a:rPr>
                        <a:t>May 29</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June 15</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Long &amp; Huy</a:t>
                      </a:r>
                    </a:p>
                  </a:txBody>
                  <a:tcPr/>
                </a:tc>
                <a:tc>
                  <a:txBody>
                    <a:bodyPr/>
                    <a:lstStyle/>
                    <a:p>
                      <a:pPr algn="just"/>
                      <a:endParaRPr lang="en-US" sz="1600" dirty="0">
                        <a:latin typeface="Helvetica Neue"/>
                      </a:endParaRPr>
                    </a:p>
                  </a:txBody>
                  <a:tcPr/>
                </a:tc>
                <a:extLst>
                  <a:ext uri="{0D108BD9-81ED-4DB2-BD59-A6C34878D82A}">
                    <a16:rowId xmlns:a16="http://schemas.microsoft.com/office/drawing/2014/main" val="1698354312"/>
                  </a:ext>
                </a:extLst>
              </a:tr>
              <a:tr h="574630">
                <a:tc>
                  <a:txBody>
                    <a:bodyPr/>
                    <a:lstStyle/>
                    <a:p>
                      <a:pPr algn="ctr"/>
                      <a:r>
                        <a:rPr lang="en-US" sz="1600" dirty="0">
                          <a:latin typeface="Helvetica Neue"/>
                        </a:rPr>
                        <a:t>4</a:t>
                      </a:r>
                    </a:p>
                  </a:txBody>
                  <a:tcPr/>
                </a:tc>
                <a:tc>
                  <a:txBody>
                    <a:bodyPr/>
                    <a:lstStyle/>
                    <a:p>
                      <a:pPr algn="ctr"/>
                      <a:r>
                        <a:rPr lang="en-US" sz="1600" dirty="0">
                          <a:latin typeface="Helvetica Neue"/>
                        </a:rPr>
                        <a:t>Code</a:t>
                      </a:r>
                    </a:p>
                  </a:txBody>
                  <a:tcPr/>
                </a:tc>
                <a:tc>
                  <a:txBody>
                    <a:bodyPr/>
                    <a:lstStyle/>
                    <a:p>
                      <a:pPr algn="just"/>
                      <a:r>
                        <a:rPr lang="en-US" sz="1600" dirty="0">
                          <a:latin typeface="Helvetica Neue"/>
                        </a:rPr>
                        <a:t>Writing the program.</a:t>
                      </a:r>
                    </a:p>
                  </a:txBody>
                  <a:tcPr/>
                </a:tc>
                <a:tc>
                  <a:txBody>
                    <a:bodyPr/>
                    <a:lstStyle/>
                    <a:p>
                      <a:pPr algn="ctr"/>
                      <a:r>
                        <a:rPr lang="en-US" sz="1600" dirty="0">
                          <a:latin typeface="Helvetica Neue"/>
                        </a:rPr>
                        <a:t>May 29</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June 27</a:t>
                      </a:r>
                      <a:r>
                        <a:rPr lang="en-US" sz="1600" baseline="30000" dirty="0">
                          <a:latin typeface="Helvetica Neue"/>
                        </a:rPr>
                        <a:t>th</a:t>
                      </a:r>
                      <a:endParaRPr lang="en-US" sz="1600" dirty="0">
                        <a:latin typeface="Helvetica Neue"/>
                      </a:endParaRPr>
                    </a:p>
                  </a:txBody>
                  <a:tcPr/>
                </a:tc>
                <a:tc>
                  <a:txBody>
                    <a:bodyPr/>
                    <a:lstStyle/>
                    <a:p>
                      <a:pPr algn="ctr"/>
                      <a:r>
                        <a:rPr lang="en-US" sz="1600" dirty="0">
                          <a:latin typeface="Helvetica Neue"/>
                        </a:rPr>
                        <a:t>Long, Cuong &amp; Huy</a:t>
                      </a:r>
                    </a:p>
                  </a:txBody>
                  <a:tcPr/>
                </a:tc>
                <a:tc>
                  <a:txBody>
                    <a:bodyPr/>
                    <a:lstStyle/>
                    <a:p>
                      <a:pPr algn="just"/>
                      <a:endParaRPr lang="en-US" sz="1600">
                        <a:latin typeface="Helvetica Neue"/>
                      </a:endParaRPr>
                    </a:p>
                  </a:txBody>
                  <a:tcPr/>
                </a:tc>
                <a:extLst>
                  <a:ext uri="{0D108BD9-81ED-4DB2-BD59-A6C34878D82A}">
                    <a16:rowId xmlns:a16="http://schemas.microsoft.com/office/drawing/2014/main" val="3413687983"/>
                  </a:ext>
                </a:extLst>
              </a:tr>
              <a:tr h="954469">
                <a:tc>
                  <a:txBody>
                    <a:bodyPr/>
                    <a:lstStyle/>
                    <a:p>
                      <a:pPr algn="ctr"/>
                      <a:r>
                        <a:rPr lang="en-US" sz="1600" dirty="0">
                          <a:latin typeface="Helvetica Neue"/>
                        </a:rPr>
                        <a:t>5</a:t>
                      </a:r>
                    </a:p>
                  </a:txBody>
                  <a:tcPr/>
                </a:tc>
                <a:tc>
                  <a:txBody>
                    <a:bodyPr/>
                    <a:lstStyle/>
                    <a:p>
                      <a:pPr algn="ctr"/>
                      <a:r>
                        <a:rPr lang="en-US" sz="1600" dirty="0">
                          <a:latin typeface="Helvetica Neue"/>
                        </a:rPr>
                        <a:t>Write Report</a:t>
                      </a:r>
                    </a:p>
                  </a:txBody>
                  <a:tcPr/>
                </a:tc>
                <a:tc>
                  <a:txBody>
                    <a:bodyPr/>
                    <a:lstStyle/>
                    <a:p>
                      <a:pPr algn="just"/>
                      <a:r>
                        <a:rPr lang="en-US" sz="1600" dirty="0">
                          <a:latin typeface="Helvetica Neue"/>
                        </a:rPr>
                        <a:t>Make the detailed report about the project progression and explain all the functions.</a:t>
                      </a:r>
                    </a:p>
                  </a:txBody>
                  <a:tcPr/>
                </a:tc>
                <a:tc>
                  <a:txBody>
                    <a:bodyPr/>
                    <a:lstStyle/>
                    <a:p>
                      <a:pPr algn="ctr"/>
                      <a:r>
                        <a:rPr lang="en-US" sz="1600" dirty="0">
                          <a:latin typeface="Helvetica Neue"/>
                        </a:rPr>
                        <a:t>June 28</a:t>
                      </a:r>
                      <a:r>
                        <a:rPr lang="en-US" sz="1600" baseline="30000" dirty="0">
                          <a:latin typeface="Helvetica Neue"/>
                        </a:rPr>
                        <a:t>th</a:t>
                      </a:r>
                      <a:endParaRPr lang="en-US" sz="1600" dirty="0">
                        <a:latin typeface="Helvetica Neue"/>
                      </a:endParaRPr>
                    </a:p>
                  </a:txBody>
                  <a:tcPr/>
                </a:tc>
                <a:tc>
                  <a:txBody>
                    <a:bodyPr/>
                    <a:lstStyle/>
                    <a:p>
                      <a:pPr algn="ctr"/>
                      <a:endParaRPr lang="en-US" sz="1600" dirty="0">
                        <a:latin typeface="Helvetica Neue"/>
                      </a:endParaRPr>
                    </a:p>
                  </a:txBody>
                  <a:tcPr/>
                </a:tc>
                <a:tc>
                  <a:txBody>
                    <a:bodyPr/>
                    <a:lstStyle/>
                    <a:p>
                      <a:pPr algn="ctr"/>
                      <a:r>
                        <a:rPr lang="en-US" sz="1600" dirty="0">
                          <a:latin typeface="Helvetica Neue"/>
                        </a:rPr>
                        <a:t>Long, Cuong &amp; Huy</a:t>
                      </a:r>
                    </a:p>
                  </a:txBody>
                  <a:tcPr/>
                </a:tc>
                <a:tc>
                  <a:txBody>
                    <a:bodyPr/>
                    <a:lstStyle/>
                    <a:p>
                      <a:pPr algn="just"/>
                      <a:endParaRPr lang="en-US" sz="1600" dirty="0">
                        <a:latin typeface="Helvetica Neue"/>
                      </a:endParaRPr>
                    </a:p>
                  </a:txBody>
                  <a:tcPr/>
                </a:tc>
                <a:extLst>
                  <a:ext uri="{0D108BD9-81ED-4DB2-BD59-A6C34878D82A}">
                    <a16:rowId xmlns:a16="http://schemas.microsoft.com/office/drawing/2014/main" val="2666063380"/>
                  </a:ext>
                </a:extLst>
              </a:tr>
              <a:tr h="671663">
                <a:tc>
                  <a:txBody>
                    <a:bodyPr/>
                    <a:lstStyle/>
                    <a:p>
                      <a:pPr algn="ctr"/>
                      <a:r>
                        <a:rPr lang="en-US" sz="1600" dirty="0">
                          <a:latin typeface="Helvetica Neue"/>
                        </a:rPr>
                        <a:t>6</a:t>
                      </a:r>
                    </a:p>
                  </a:txBody>
                  <a:tcPr/>
                </a:tc>
                <a:tc>
                  <a:txBody>
                    <a:bodyPr/>
                    <a:lstStyle/>
                    <a:p>
                      <a:pPr algn="ctr"/>
                      <a:r>
                        <a:rPr lang="en-US" sz="1600" dirty="0">
                          <a:latin typeface="Helvetica Neue"/>
                        </a:rPr>
                        <a:t>Make Slides</a:t>
                      </a:r>
                    </a:p>
                  </a:txBody>
                  <a:tcPr/>
                </a:tc>
                <a:tc>
                  <a:txBody>
                    <a:bodyPr/>
                    <a:lstStyle/>
                    <a:p>
                      <a:pPr algn="just"/>
                      <a:r>
                        <a:rPr lang="en-US" sz="1600" dirty="0">
                          <a:latin typeface="Helvetica Neue"/>
                        </a:rPr>
                        <a:t>Make power point slides of the report for presentation.</a:t>
                      </a:r>
                    </a:p>
                  </a:txBody>
                  <a:tcPr/>
                </a:tc>
                <a:tc>
                  <a:txBody>
                    <a:bodyPr/>
                    <a:lstStyle/>
                    <a:p>
                      <a:pPr algn="ctr"/>
                      <a:r>
                        <a:rPr lang="en-US" sz="1600" dirty="0">
                          <a:latin typeface="Helvetica Neue"/>
                        </a:rPr>
                        <a:t>June 28</a:t>
                      </a:r>
                      <a:r>
                        <a:rPr lang="en-US" sz="1600" baseline="30000" dirty="0">
                          <a:latin typeface="Helvetica Neue"/>
                        </a:rPr>
                        <a:t>th</a:t>
                      </a:r>
                      <a:endParaRPr lang="en-US" sz="1600" dirty="0">
                        <a:latin typeface="Helvetica Neue"/>
                      </a:endParaRPr>
                    </a:p>
                  </a:txBody>
                  <a:tcPr/>
                </a:tc>
                <a:tc>
                  <a:txBody>
                    <a:bodyPr/>
                    <a:lstStyle/>
                    <a:p>
                      <a:pPr algn="ctr"/>
                      <a:endParaRPr lang="en-US" sz="1600" dirty="0">
                        <a:latin typeface="Helvetica Neue"/>
                      </a:endParaRPr>
                    </a:p>
                  </a:txBody>
                  <a:tcPr/>
                </a:tc>
                <a:tc>
                  <a:txBody>
                    <a:bodyPr/>
                    <a:lstStyle/>
                    <a:p>
                      <a:pPr algn="ctr"/>
                      <a:r>
                        <a:rPr lang="en-US" sz="1600" dirty="0">
                          <a:latin typeface="Helvetica Neue"/>
                        </a:rPr>
                        <a:t>Cuong &amp; Huy</a:t>
                      </a:r>
                    </a:p>
                  </a:txBody>
                  <a:tcPr/>
                </a:tc>
                <a:tc>
                  <a:txBody>
                    <a:bodyPr/>
                    <a:lstStyle/>
                    <a:p>
                      <a:pPr algn="just"/>
                      <a:endParaRPr lang="en-US" sz="1600" dirty="0">
                        <a:latin typeface="Helvetica Neue"/>
                      </a:endParaRPr>
                    </a:p>
                  </a:txBody>
                  <a:tcPr/>
                </a:tc>
                <a:extLst>
                  <a:ext uri="{0D108BD9-81ED-4DB2-BD59-A6C34878D82A}">
                    <a16:rowId xmlns:a16="http://schemas.microsoft.com/office/drawing/2014/main" val="2229081275"/>
                  </a:ext>
                </a:extLst>
              </a:tr>
            </a:tbl>
          </a:graphicData>
        </a:graphic>
      </p:graphicFrame>
    </p:spTree>
    <p:extLst>
      <p:ext uri="{BB962C8B-B14F-4D97-AF65-F5344CB8AC3E}">
        <p14:creationId xmlns:p14="http://schemas.microsoft.com/office/powerpoint/2010/main" val="3661484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6F5C-4F30-CE40-A40F-5A13C8C2C1EF}"/>
              </a:ext>
            </a:extLst>
          </p:cNvPr>
          <p:cNvSpPr>
            <a:spLocks noGrp="1"/>
          </p:cNvSpPr>
          <p:nvPr>
            <p:ph type="title"/>
          </p:nvPr>
        </p:nvSpPr>
        <p:spPr>
          <a:xfrm>
            <a:off x="163103" y="263301"/>
            <a:ext cx="11844998" cy="663575"/>
          </a:xfrm>
        </p:spPr>
        <p:txBody>
          <a:bodyPr/>
          <a:lstStyle/>
          <a:p>
            <a:r>
              <a:rPr lang="en-US" dirty="0">
                <a:latin typeface="Helvetica Neue Light" panose="02000403000000020004" pitchFamily="2" charset="0"/>
                <a:ea typeface="Helvetica Neue Light" panose="02000403000000020004" pitchFamily="2" charset="0"/>
              </a:rPr>
              <a:t>Experience Learned</a:t>
            </a:r>
          </a:p>
        </p:txBody>
      </p:sp>
      <p:sp>
        <p:nvSpPr>
          <p:cNvPr id="3" name="Content Placeholder 2">
            <a:extLst>
              <a:ext uri="{FF2B5EF4-FFF2-40B4-BE49-F238E27FC236}">
                <a16:creationId xmlns:a16="http://schemas.microsoft.com/office/drawing/2014/main" id="{21309EEA-748E-1B4D-9BA2-2ADAA2FBB16C}"/>
              </a:ext>
            </a:extLst>
          </p:cNvPr>
          <p:cNvSpPr>
            <a:spLocks noGrp="1"/>
          </p:cNvSpPr>
          <p:nvPr>
            <p:ph idx="1"/>
          </p:nvPr>
        </p:nvSpPr>
        <p:spPr>
          <a:xfrm>
            <a:off x="165729" y="1074058"/>
            <a:ext cx="11844997" cy="2623736"/>
          </a:xfrm>
        </p:spPr>
        <p:txBody>
          <a:bodyPr>
            <a:normAutofit/>
          </a:bodyPr>
          <a:lstStyle/>
          <a:p>
            <a:pPr marL="0" indent="0">
              <a:buNone/>
            </a:pPr>
            <a:r>
              <a:rPr lang="en-US" sz="1600" dirty="0">
                <a:latin typeface="Helvetica Neue Light" panose="02000403000000020004" pitchFamily="2" charset="0"/>
                <a:ea typeface="Helvetica Neue Light" panose="02000403000000020004" pitchFamily="2" charset="0"/>
              </a:rPr>
              <a:t>Through working on the project to make the HCL digital marketing console application, we have learnt a lot of things.</a:t>
            </a:r>
          </a:p>
          <a:p>
            <a:pPr lvl="1">
              <a:buFont typeface="Wingdings" panose="05000000000000000000" pitchFamily="2" charset="2"/>
              <a:buChar char="Ø"/>
            </a:pPr>
            <a:r>
              <a:rPr lang="en-US" sz="1600" dirty="0">
                <a:latin typeface="Helvetica Neue Light" panose="02000403000000020004" pitchFamily="2" charset="0"/>
                <a:ea typeface="Helvetica Neue Light" panose="02000403000000020004" pitchFamily="2" charset="0"/>
              </a:rPr>
              <a:t>We get to learn how to work as a team of developer, improved ourselves through our experiences and learnt a lot from each others.</a:t>
            </a:r>
          </a:p>
          <a:p>
            <a:pPr lvl="1">
              <a:buFont typeface="Wingdings" panose="05000000000000000000" pitchFamily="2" charset="2"/>
              <a:buChar char="Ø"/>
            </a:pPr>
            <a:r>
              <a:rPr lang="en-US" sz="1600" dirty="0">
                <a:latin typeface="Helvetica Neue Light" panose="02000403000000020004" pitchFamily="2" charset="0"/>
                <a:ea typeface="Helvetica Neue Light" panose="02000403000000020004" pitchFamily="2" charset="0"/>
              </a:rPr>
              <a:t>We get to experienced how an actual program developing progress would actually go, and what we need or have to do to prepare ourselves to work in such environment.</a:t>
            </a:r>
          </a:p>
          <a:p>
            <a:pPr lvl="1">
              <a:buFont typeface="Wingdings" panose="05000000000000000000" pitchFamily="2" charset="2"/>
              <a:buChar char="Ø"/>
            </a:pPr>
            <a:r>
              <a:rPr lang="en-US" sz="1600" dirty="0">
                <a:latin typeface="Helvetica Neue Light" panose="02000403000000020004" pitchFamily="2" charset="0"/>
                <a:ea typeface="Helvetica Neue Light" panose="02000403000000020004" pitchFamily="2" charset="0"/>
              </a:rPr>
              <a:t>Through difficulties we also learnt our own flaws and improved ourselves by fixing each other’s mistakes.</a:t>
            </a:r>
          </a:p>
          <a:p>
            <a:pPr lvl="1">
              <a:buFont typeface="Wingdings" panose="05000000000000000000" pitchFamily="2" charset="2"/>
              <a:buChar char="Ø"/>
            </a:pPr>
            <a:r>
              <a:rPr lang="en-US" sz="1600" dirty="0">
                <a:latin typeface="Helvetica Neue Light" panose="02000403000000020004" pitchFamily="2" charset="0"/>
                <a:ea typeface="Helvetica Neue Light" panose="02000403000000020004" pitchFamily="2" charset="0"/>
              </a:rPr>
              <a:t>We gained more experienced on using these development tools, which come of great help while we were working on the project.</a:t>
            </a:r>
          </a:p>
          <a:p>
            <a:pPr lvl="1">
              <a:buFont typeface="Wingdings" panose="05000000000000000000" pitchFamily="2" charset="2"/>
              <a:buChar char="Ø"/>
            </a:pPr>
            <a:r>
              <a:rPr lang="en-US" sz="1600" dirty="0">
                <a:latin typeface="Helvetica Neue Light" panose="02000403000000020004" pitchFamily="2" charset="0"/>
                <a:ea typeface="Helvetica Neue Light" panose="02000403000000020004" pitchFamily="2" charset="0"/>
              </a:rPr>
              <a:t>We’re still improving our skills on using MySQL or C# which this project provided us with a lot of practicing opportunity and we get to try a lot of things that we’ve have never gotten to try before hand.</a:t>
            </a:r>
          </a:p>
        </p:txBody>
      </p:sp>
      <p:sp>
        <p:nvSpPr>
          <p:cNvPr id="4" name="Date Placeholder 3">
            <a:extLst>
              <a:ext uri="{FF2B5EF4-FFF2-40B4-BE49-F238E27FC236}">
                <a16:creationId xmlns:a16="http://schemas.microsoft.com/office/drawing/2014/main" id="{291E8C4B-4E8D-F64F-BE3C-62B56F17ACA1}"/>
              </a:ext>
            </a:extLst>
          </p:cNvPr>
          <p:cNvSpPr>
            <a:spLocks noGrp="1"/>
          </p:cNvSpPr>
          <p:nvPr>
            <p:ph type="dt" sz="half" idx="10"/>
          </p:nvPr>
        </p:nvSpPr>
        <p:spPr>
          <a:xfrm>
            <a:off x="140677" y="6503894"/>
            <a:ext cx="1382488" cy="365125"/>
          </a:xfrm>
        </p:spPr>
        <p:txBody>
          <a:bodyPr/>
          <a:lstStyle/>
          <a:p>
            <a:r>
              <a:rPr lang="en-US"/>
              <a:t>© VTC Academy</a:t>
            </a:r>
            <a:endParaRPr lang="en-US" dirty="0"/>
          </a:p>
        </p:txBody>
      </p:sp>
      <p:sp>
        <p:nvSpPr>
          <p:cNvPr id="5" name="Footer Placeholder 4">
            <a:extLst>
              <a:ext uri="{FF2B5EF4-FFF2-40B4-BE49-F238E27FC236}">
                <a16:creationId xmlns:a16="http://schemas.microsoft.com/office/drawing/2014/main" id="{65422569-5ADE-0445-9723-785B8D5A14D9}"/>
              </a:ext>
            </a:extLst>
          </p:cNvPr>
          <p:cNvSpPr>
            <a:spLocks noGrp="1"/>
          </p:cNvSpPr>
          <p:nvPr>
            <p:ph type="ftr" sz="quarter" idx="11"/>
          </p:nvPr>
        </p:nvSpPr>
        <p:spPr>
          <a:xfrm>
            <a:off x="1735015" y="6506943"/>
            <a:ext cx="8721969" cy="365125"/>
          </a:xfrm>
        </p:spPr>
        <p:txBody>
          <a:bodyPr/>
          <a:lstStyle/>
          <a:p>
            <a:r>
              <a:rPr lang="en-US" dirty="0"/>
              <a:t>HCL Electronic Shop</a:t>
            </a:r>
          </a:p>
        </p:txBody>
      </p:sp>
      <p:sp>
        <p:nvSpPr>
          <p:cNvPr id="6" name="Slide Number Placeholder 5">
            <a:extLst>
              <a:ext uri="{FF2B5EF4-FFF2-40B4-BE49-F238E27FC236}">
                <a16:creationId xmlns:a16="http://schemas.microsoft.com/office/drawing/2014/main" id="{1CC4D354-512F-CC4A-B39A-EDEC6E17F71C}"/>
              </a:ext>
            </a:extLst>
          </p:cNvPr>
          <p:cNvSpPr>
            <a:spLocks noGrp="1"/>
          </p:cNvSpPr>
          <p:nvPr>
            <p:ph type="sldNum" sz="quarter" idx="12"/>
          </p:nvPr>
        </p:nvSpPr>
        <p:spPr>
          <a:xfrm>
            <a:off x="10654642" y="6517962"/>
            <a:ext cx="1353459" cy="365125"/>
          </a:xfrm>
        </p:spPr>
        <p:txBody>
          <a:bodyPr/>
          <a:lstStyle/>
          <a:p>
            <a:fld id="{B9BA5F68-B450-774B-A94B-86322AF8B758}" type="slidenum">
              <a:rPr lang="en-US" smtClean="0"/>
              <a:t>89</a:t>
            </a:fld>
            <a:endParaRPr lang="en-US" dirty="0"/>
          </a:p>
        </p:txBody>
      </p:sp>
      <p:pic>
        <p:nvPicPr>
          <p:cNvPr id="10" name="Picture 9">
            <a:extLst>
              <a:ext uri="{FF2B5EF4-FFF2-40B4-BE49-F238E27FC236}">
                <a16:creationId xmlns:a16="http://schemas.microsoft.com/office/drawing/2014/main" id="{1263535E-C753-2B05-7A7F-2640B4B7FF32}"/>
              </a:ext>
            </a:extLst>
          </p:cNvPr>
          <p:cNvPicPr>
            <a:picLocks noChangeAspect="1"/>
          </p:cNvPicPr>
          <p:nvPr/>
        </p:nvPicPr>
        <p:blipFill>
          <a:blip r:embed="rId3"/>
          <a:stretch>
            <a:fillRect/>
          </a:stretch>
        </p:blipFill>
        <p:spPr>
          <a:xfrm>
            <a:off x="9587842" y="3697794"/>
            <a:ext cx="2133600" cy="2133600"/>
          </a:xfrm>
          <a:prstGeom prst="rect">
            <a:avLst/>
          </a:prstGeom>
        </p:spPr>
      </p:pic>
      <p:pic>
        <p:nvPicPr>
          <p:cNvPr id="12" name="Picture 11">
            <a:extLst>
              <a:ext uri="{FF2B5EF4-FFF2-40B4-BE49-F238E27FC236}">
                <a16:creationId xmlns:a16="http://schemas.microsoft.com/office/drawing/2014/main" id="{7E7D62F2-E929-6A4A-432A-A7FD3DB709D6}"/>
              </a:ext>
            </a:extLst>
          </p:cNvPr>
          <p:cNvPicPr>
            <a:picLocks noChangeAspect="1"/>
          </p:cNvPicPr>
          <p:nvPr/>
        </p:nvPicPr>
        <p:blipFill>
          <a:blip r:embed="rId4"/>
          <a:stretch>
            <a:fillRect/>
          </a:stretch>
        </p:blipFill>
        <p:spPr>
          <a:xfrm>
            <a:off x="470558" y="4171693"/>
            <a:ext cx="4006803" cy="2247575"/>
          </a:xfrm>
          <a:prstGeom prst="rect">
            <a:avLst/>
          </a:prstGeom>
        </p:spPr>
      </p:pic>
    </p:spTree>
    <p:extLst>
      <p:ext uri="{BB962C8B-B14F-4D97-AF65-F5344CB8AC3E}">
        <p14:creationId xmlns:p14="http://schemas.microsoft.com/office/powerpoint/2010/main" val="2698680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37BB8C-BA62-BC4F-B0F8-D5F9321E2E79}"/>
              </a:ext>
            </a:extLst>
          </p:cNvPr>
          <p:cNvPicPr>
            <a:picLocks noChangeAspect="1"/>
          </p:cNvPicPr>
          <p:nvPr/>
        </p:nvPicPr>
        <p:blipFill>
          <a:blip r:embed="rId3"/>
          <a:stretch>
            <a:fillRect/>
          </a:stretch>
        </p:blipFill>
        <p:spPr>
          <a:xfrm>
            <a:off x="4440837" y="1664596"/>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A357C2-C3D4-5646-99C7-CB60F4827364}"/>
              </a:ext>
            </a:extLst>
          </p:cNvPr>
          <p:cNvSpPr txBox="1"/>
          <p:nvPr/>
        </p:nvSpPr>
        <p:spPr>
          <a:xfrm>
            <a:off x="314179" y="2644170"/>
            <a:ext cx="11563642" cy="1569660"/>
          </a:xfrm>
          <a:prstGeom prst="rect">
            <a:avLst/>
          </a:prstGeom>
          <a:noFill/>
        </p:spPr>
        <p:txBody>
          <a:bodyPr wrap="square" rtlCol="0">
            <a:spAutoFit/>
          </a:bodyPr>
          <a:lstStyle/>
          <a:p>
            <a:pPr algn="ctr"/>
            <a:r>
              <a:rPr lang="en-US" sz="9600">
                <a:solidFill>
                  <a:schemeClr val="bg1"/>
                </a:solidFill>
                <a:latin typeface="Helvetica Neue Thin" panose="020B0403020202020204" pitchFamily="34" charset="0"/>
                <a:ea typeface="Helvetica Neue Thin" panose="020B0403020202020204" pitchFamily="34" charset="0"/>
              </a:rPr>
              <a:t>Q &amp; A</a:t>
            </a:r>
          </a:p>
        </p:txBody>
      </p:sp>
    </p:spTree>
    <p:extLst>
      <p:ext uri="{BB962C8B-B14F-4D97-AF65-F5344CB8AC3E}">
        <p14:creationId xmlns:p14="http://schemas.microsoft.com/office/powerpoint/2010/main" val="333032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7255</TotalTime>
  <Words>1759</Words>
  <Application>Microsoft Office PowerPoint</Application>
  <PresentationFormat>Widescreen</PresentationFormat>
  <Paragraphs>558</Paragraphs>
  <Slides>91</Slides>
  <Notes>91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91</vt:i4>
      </vt:variant>
    </vt:vector>
  </HeadingPairs>
  <TitlesOfParts>
    <vt:vector size="100" baseType="lpstr">
      <vt:lpstr>Helvetica Neue</vt:lpstr>
      <vt:lpstr>Helvetica Neue Light</vt:lpstr>
      <vt:lpstr>Helvetica Neue Thin</vt:lpstr>
      <vt:lpstr>Arial</vt:lpstr>
      <vt:lpstr>Calibri</vt:lpstr>
      <vt:lpstr>Calibri Light</vt:lpstr>
      <vt:lpstr>Times New Roman</vt:lpstr>
      <vt:lpstr>Wingdings</vt:lpstr>
      <vt:lpstr>VTCA-SlideTheme</vt:lpstr>
      <vt:lpstr>HCL Electronic Shop</vt:lpstr>
      <vt:lpstr>Objectives</vt:lpstr>
      <vt:lpstr>Introduction to Project</vt:lpstr>
      <vt:lpstr>Customer Requirements</vt:lpstr>
      <vt:lpstr>Use Case</vt:lpstr>
      <vt:lpstr>Use Case</vt:lpstr>
      <vt:lpstr>Use Case</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Activity Diagram</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UI Design</vt:lpstr>
      <vt:lpstr>Class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Entity Relationship Diagram</vt:lpstr>
      <vt:lpstr>Deployment Diagram</vt:lpstr>
      <vt:lpstr>Task Assign (to each team member)</vt:lpstr>
      <vt:lpstr>Experience Learned</vt:lpstr>
      <vt:lpstr>PowerPoint Presentation</vt:lpstr>
      <vt:lpstr>PowerPoint Presentation</vt:lpstr>
    </vt:vector>
  </TitlesOfParts>
  <Manager/>
  <Company>VTC Academy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Report</dc:title>
  <dc:subject/>
  <dc:creator>sinhnx@vtc.edu.vn</dc:creator>
  <cp:keywords/>
  <dc:description/>
  <cp:lastModifiedBy>Long Nguyễn</cp:lastModifiedBy>
  <cp:revision>295</cp:revision>
  <dcterms:created xsi:type="dcterms:W3CDTF">2019-05-17T12:57:33Z</dcterms:created>
  <dcterms:modified xsi:type="dcterms:W3CDTF">2024-07-23T08:49:08Z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-----BEGIN PGP PUBLIC KEY BLOCK-----  mQINBGKmsVYBEADc9DRcYv9evcQ4Tgud9uKUJ6onQJyqzEV5IWtbcC1dfWaC0Iuu p17QyByIJ6cLd+MT1Iw5zX46LjU6PipBQIWkI0fR+ckyVo+Bpk/YxFTX68dMZVl/ boETGvIaF4kjYnjlabt/k87+Fn25iewUkreHc7FvXTtyr1MIW6RsLHobhVXpjYth QRZjgbHYVA3+0qDJPq6xDF</vt:lpwstr>
  </property>
</Properties>
</file>